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6"/>
  </p:notesMasterIdLst>
  <p:handoutMasterIdLst>
    <p:handoutMasterId r:id="rId7"/>
  </p:handoutMasterIdLst>
  <p:sldIdLst>
    <p:sldId id="288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2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1959"/>
    <a:srgbClr val="313650"/>
    <a:srgbClr val="303650"/>
    <a:srgbClr val="7F6CA1"/>
    <a:srgbClr val="B093C6"/>
    <a:srgbClr val="6DC4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B329F9-29E9-4DE5-8610-B7D1B174470F}" v="101" dt="2026-02-09T05:40:15.368"/>
  </p1510:revLst>
</p1510:revInfo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3" autoAdjust="0"/>
    <p:restoredTop sz="94286" autoAdjust="0"/>
  </p:normalViewPr>
  <p:slideViewPr>
    <p:cSldViewPr snapToGrid="0" showGuides="1">
      <p:cViewPr>
        <p:scale>
          <a:sx n="92" d="100"/>
          <a:sy n="92" d="100"/>
        </p:scale>
        <p:origin x="356" y="324"/>
      </p:cViewPr>
      <p:guideLst>
        <p:guide orient="horz" pos="1728"/>
        <p:guide pos="3840"/>
      </p:guideLst>
    </p:cSldViewPr>
  </p:slideViewPr>
  <p:outlineViewPr>
    <p:cViewPr>
      <p:scale>
        <a:sx n="33" d="100"/>
        <a:sy n="33" d="100"/>
      </p:scale>
      <p:origin x="0" y="-161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082" y="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ad Sahawneh" userId="2f6837df0cb671e7" providerId="LiveId" clId="{0524FA00-4845-4F53-84A8-F4BD2A4B1DED}"/>
    <pc:docChg chg="undo custSel modSld">
      <pc:chgData name="Sanad Sahawneh" userId="2f6837df0cb671e7" providerId="LiveId" clId="{0524FA00-4845-4F53-84A8-F4BD2A4B1DED}" dt="2026-02-09T05:40:45.552" v="538" actId="207"/>
      <pc:docMkLst>
        <pc:docMk/>
      </pc:docMkLst>
      <pc:sldChg chg="addSp delSp modSp mod">
        <pc:chgData name="Sanad Sahawneh" userId="2f6837df0cb671e7" providerId="LiveId" clId="{0524FA00-4845-4F53-84A8-F4BD2A4B1DED}" dt="2026-02-09T05:40:45.552" v="538" actId="207"/>
        <pc:sldMkLst>
          <pc:docMk/>
          <pc:sldMk cId="3623928773" sldId="288"/>
        </pc:sldMkLst>
        <pc:spChg chg="add mod">
          <ac:chgData name="Sanad Sahawneh" userId="2f6837df0cb671e7" providerId="LiveId" clId="{0524FA00-4845-4F53-84A8-F4BD2A4B1DED}" dt="2026-02-08T18:24:28.896" v="164"/>
          <ac:spMkLst>
            <pc:docMk/>
            <pc:sldMk cId="3623928773" sldId="288"/>
            <ac:spMk id="2" creationId="{C03D9106-7785-B64C-39EF-1E8637FA7896}"/>
          </ac:spMkLst>
        </pc:spChg>
        <pc:spChg chg="add mod">
          <ac:chgData name="Sanad Sahawneh" userId="2f6837df0cb671e7" providerId="LiveId" clId="{0524FA00-4845-4F53-84A8-F4BD2A4B1DED}" dt="2026-02-09T05:40:15.364" v="532" actId="1076"/>
          <ac:spMkLst>
            <pc:docMk/>
            <pc:sldMk cId="3623928773" sldId="288"/>
            <ac:spMk id="3" creationId="{DD8EE79E-42F6-9B12-0124-3C0FA8845412}"/>
          </ac:spMkLst>
        </pc:spChg>
        <pc:spChg chg="add mod">
          <ac:chgData name="Sanad Sahawneh" userId="2f6837df0cb671e7" providerId="LiveId" clId="{0524FA00-4845-4F53-84A8-F4BD2A4B1DED}" dt="2026-02-09T05:37:45.606" v="524" actId="1076"/>
          <ac:spMkLst>
            <pc:docMk/>
            <pc:sldMk cId="3623928773" sldId="288"/>
            <ac:spMk id="4" creationId="{C90175EE-E18C-4574-C87A-CC6E82139DF9}"/>
          </ac:spMkLst>
        </pc:spChg>
        <pc:spChg chg="add mod">
          <ac:chgData name="Sanad Sahawneh" userId="2f6837df0cb671e7" providerId="LiveId" clId="{0524FA00-4845-4F53-84A8-F4BD2A4B1DED}" dt="2026-02-09T05:37:58.448" v="525" actId="1076"/>
          <ac:spMkLst>
            <pc:docMk/>
            <pc:sldMk cId="3623928773" sldId="288"/>
            <ac:spMk id="6" creationId="{E6BC57F0-BB89-335F-E65A-B85039F369A1}"/>
          </ac:spMkLst>
        </pc:spChg>
        <pc:spChg chg="add">
          <ac:chgData name="Sanad Sahawneh" userId="2f6837df0cb671e7" providerId="LiveId" clId="{0524FA00-4845-4F53-84A8-F4BD2A4B1DED}" dt="2026-02-09T05:22:33.262" v="246"/>
          <ac:spMkLst>
            <pc:docMk/>
            <pc:sldMk cId="3623928773" sldId="288"/>
            <ac:spMk id="7" creationId="{8A01611E-9623-A960-87DD-EBD1F31085E3}"/>
          </ac:spMkLst>
        </pc:spChg>
        <pc:spChg chg="add">
          <ac:chgData name="Sanad Sahawneh" userId="2f6837df0cb671e7" providerId="LiveId" clId="{0524FA00-4845-4F53-84A8-F4BD2A4B1DED}" dt="2026-02-09T05:22:46.135" v="247"/>
          <ac:spMkLst>
            <pc:docMk/>
            <pc:sldMk cId="3623928773" sldId="288"/>
            <ac:spMk id="8" creationId="{33920B00-372E-410D-D20E-FF5BA707BFA4}"/>
          </ac:spMkLst>
        </pc:spChg>
        <pc:spChg chg="add del mod">
          <ac:chgData name="Sanad Sahawneh" userId="2f6837df0cb671e7" providerId="LiveId" clId="{0524FA00-4845-4F53-84A8-F4BD2A4B1DED}" dt="2026-02-09T05:23:37.398" v="259" actId="478"/>
          <ac:spMkLst>
            <pc:docMk/>
            <pc:sldMk cId="3623928773" sldId="288"/>
            <ac:spMk id="9" creationId="{2AA5D8D2-9B07-7F98-3D2B-A15270073236}"/>
          </ac:spMkLst>
        </pc:spChg>
        <pc:spChg chg="mod">
          <ac:chgData name="Sanad Sahawneh" userId="2f6837df0cb671e7" providerId="LiveId" clId="{0524FA00-4845-4F53-84A8-F4BD2A4B1DED}" dt="2026-02-09T05:35:22.368" v="494" actId="1076"/>
          <ac:spMkLst>
            <pc:docMk/>
            <pc:sldMk cId="3623928773" sldId="288"/>
            <ac:spMk id="10" creationId="{C53F1FFB-C050-06E1-E327-48A3422F9A1F}"/>
          </ac:spMkLst>
        </pc:spChg>
        <pc:spChg chg="add">
          <ac:chgData name="Sanad Sahawneh" userId="2f6837df0cb671e7" providerId="LiveId" clId="{0524FA00-4845-4F53-84A8-F4BD2A4B1DED}" dt="2026-02-09T05:23:01.416" v="250"/>
          <ac:spMkLst>
            <pc:docMk/>
            <pc:sldMk cId="3623928773" sldId="288"/>
            <ac:spMk id="11" creationId="{CDDCE7A5-50B2-19F8-E4C7-46923EC7E24C}"/>
          </ac:spMkLst>
        </pc:spChg>
        <pc:spChg chg="add mod">
          <ac:chgData name="Sanad Sahawneh" userId="2f6837df0cb671e7" providerId="LiveId" clId="{0524FA00-4845-4F53-84A8-F4BD2A4B1DED}" dt="2026-02-09T05:23:11.338" v="253"/>
          <ac:spMkLst>
            <pc:docMk/>
            <pc:sldMk cId="3623928773" sldId="288"/>
            <ac:spMk id="12" creationId="{A39D17B6-B6A9-BA93-55FB-06E7425765D1}"/>
          </ac:spMkLst>
        </pc:spChg>
        <pc:spChg chg="add mod">
          <ac:chgData name="Sanad Sahawneh" userId="2f6837df0cb671e7" providerId="LiveId" clId="{0524FA00-4845-4F53-84A8-F4BD2A4B1DED}" dt="2026-02-09T05:38:05.790" v="526" actId="1076"/>
          <ac:spMkLst>
            <pc:docMk/>
            <pc:sldMk cId="3623928773" sldId="288"/>
            <ac:spMk id="14" creationId="{5780DBCD-4FAD-84A4-A696-B88EF835D665}"/>
          </ac:spMkLst>
        </pc:spChg>
        <pc:spChg chg="add mod">
          <ac:chgData name="Sanad Sahawneh" userId="2f6837df0cb671e7" providerId="LiveId" clId="{0524FA00-4845-4F53-84A8-F4BD2A4B1DED}" dt="2026-02-09T05:38:09.489" v="527" actId="1076"/>
          <ac:spMkLst>
            <pc:docMk/>
            <pc:sldMk cId="3623928773" sldId="288"/>
            <ac:spMk id="16" creationId="{CEF78CD8-3952-2441-9D60-C086E38FFAEE}"/>
          </ac:spMkLst>
        </pc:spChg>
        <pc:spChg chg="mod">
          <ac:chgData name="Sanad Sahawneh" userId="2f6837df0cb671e7" providerId="LiveId" clId="{0524FA00-4845-4F53-84A8-F4BD2A4B1DED}" dt="2026-02-08T16:46:55.997" v="147" actId="20577"/>
          <ac:spMkLst>
            <pc:docMk/>
            <pc:sldMk cId="3623928773" sldId="288"/>
            <ac:spMk id="38" creationId="{C53EE4E9-73D2-C0DE-01D6-3EEE79ACC731}"/>
          </ac:spMkLst>
        </pc:spChg>
        <pc:spChg chg="mod">
          <ac:chgData name="Sanad Sahawneh" userId="2f6837df0cb671e7" providerId="LiveId" clId="{0524FA00-4845-4F53-84A8-F4BD2A4B1DED}" dt="2026-02-09T05:40:45.552" v="538" actId="207"/>
          <ac:spMkLst>
            <pc:docMk/>
            <pc:sldMk cId="3623928773" sldId="288"/>
            <ac:spMk id="41" creationId="{459DCE4A-9FC0-D9A6-7E13-D70E0157DD36}"/>
          </ac:spMkLst>
        </pc:spChg>
        <pc:spChg chg="add del mod">
          <ac:chgData name="Sanad Sahawneh" userId="2f6837df0cb671e7" providerId="LiveId" clId="{0524FA00-4845-4F53-84A8-F4BD2A4B1DED}" dt="2026-02-08T18:24:36.946" v="168"/>
          <ac:spMkLst>
            <pc:docMk/>
            <pc:sldMk cId="3623928773" sldId="288"/>
            <ac:spMk id="47" creationId="{033FB49D-8F31-FB84-9A19-E703264526BC}"/>
          </ac:spMkLst>
        </pc:spChg>
        <pc:spChg chg="add del mod">
          <ac:chgData name="Sanad Sahawneh" userId="2f6837df0cb671e7" providerId="LiveId" clId="{0524FA00-4845-4F53-84A8-F4BD2A4B1DED}" dt="2026-02-08T18:24:29.379" v="165" actId="47"/>
          <ac:spMkLst>
            <pc:docMk/>
            <pc:sldMk cId="3623928773" sldId="288"/>
            <ac:spMk id="49" creationId="{B762BAAE-5B93-6CB3-C7C4-2F9116F86E71}"/>
          </ac:spMkLst>
        </pc:spChg>
        <pc:spChg chg="del mod">
          <ac:chgData name="Sanad Sahawneh" userId="2f6837df0cb671e7" providerId="LiveId" clId="{0524FA00-4845-4F53-84A8-F4BD2A4B1DED}" dt="2026-02-08T18:25:33.034" v="181"/>
          <ac:spMkLst>
            <pc:docMk/>
            <pc:sldMk cId="3623928773" sldId="288"/>
            <ac:spMk id="51" creationId="{06AB2041-FA48-A5A6-977E-F0F759BDB611}"/>
          </ac:spMkLst>
        </pc:spChg>
        <pc:spChg chg="del mod">
          <ac:chgData name="Sanad Sahawneh" userId="2f6837df0cb671e7" providerId="LiveId" clId="{0524FA00-4845-4F53-84A8-F4BD2A4B1DED}" dt="2026-02-09T05:21:10.226" v="199"/>
          <ac:spMkLst>
            <pc:docMk/>
            <pc:sldMk cId="3623928773" sldId="288"/>
            <ac:spMk id="52" creationId="{C3BEB7EE-47B2-158C-2970-678B0EA57C37}"/>
          </ac:spMkLst>
        </pc:spChg>
        <pc:spChg chg="del mod">
          <ac:chgData name="Sanad Sahawneh" userId="2f6837df0cb671e7" providerId="LiveId" clId="{0524FA00-4845-4F53-84A8-F4BD2A4B1DED}" dt="2026-02-09T05:24:13.542" v="271"/>
          <ac:spMkLst>
            <pc:docMk/>
            <pc:sldMk cId="3623928773" sldId="288"/>
            <ac:spMk id="61" creationId="{572F3A0B-6C2D-0E78-4A0C-25E2D57771CB}"/>
          </ac:spMkLst>
        </pc:spChg>
        <pc:picChg chg="mod">
          <ac:chgData name="Sanad Sahawneh" userId="2f6837df0cb671e7" providerId="LiveId" clId="{0524FA00-4845-4F53-84A8-F4BD2A4B1DED}" dt="2026-02-08T16:47:52.891" v="150" actId="1076"/>
          <ac:picMkLst>
            <pc:docMk/>
            <pc:sldMk cId="3623928773" sldId="288"/>
            <ac:picMk id="54" creationId="{42C8EC5F-B959-0EB2-FD64-F8AE420C7057}"/>
          </ac:picMkLst>
        </pc:picChg>
        <pc:picChg chg="del mod">
          <ac:chgData name="Sanad Sahawneh" userId="2f6837df0cb671e7" providerId="LiveId" clId="{0524FA00-4845-4F53-84A8-F4BD2A4B1DED}" dt="2026-02-08T16:44:36.200" v="49" actId="478"/>
          <ac:picMkLst>
            <pc:docMk/>
            <pc:sldMk cId="3623928773" sldId="288"/>
            <ac:picMk id="57" creationId="{3F778EE1-F6ED-D2BA-F2FF-50A9508A03F0}"/>
          </ac:picMkLst>
        </pc:picChg>
        <pc:picChg chg="mod">
          <ac:chgData name="Sanad Sahawneh" userId="2f6837df0cb671e7" providerId="LiveId" clId="{0524FA00-4845-4F53-84A8-F4BD2A4B1DED}" dt="2026-02-08T16:47:29.802" v="149" actId="1076"/>
          <ac:picMkLst>
            <pc:docMk/>
            <pc:sldMk cId="3623928773" sldId="288"/>
            <ac:picMk id="58" creationId="{9D4DCC23-C25A-AF34-8126-276C7BB11E07}"/>
          </ac:picMkLst>
        </pc:picChg>
        <pc:picChg chg="mod">
          <ac:chgData name="Sanad Sahawneh" userId="2f6837df0cb671e7" providerId="LiveId" clId="{0524FA00-4845-4F53-84A8-F4BD2A4B1DED}" dt="2026-02-08T16:48:12.206" v="151" actId="1076"/>
          <ac:picMkLst>
            <pc:docMk/>
            <pc:sldMk cId="3623928773" sldId="288"/>
            <ac:picMk id="59" creationId="{D502FC99-377B-C002-1414-DB14E4E6954A}"/>
          </ac:picMkLst>
        </pc:picChg>
        <pc:picChg chg="mod">
          <ac:chgData name="Sanad Sahawneh" userId="2f6837df0cb671e7" providerId="LiveId" clId="{0524FA00-4845-4F53-84A8-F4BD2A4B1DED}" dt="2026-02-08T16:47:22.171" v="148" actId="1076"/>
          <ac:picMkLst>
            <pc:docMk/>
            <pc:sldMk cId="3623928773" sldId="288"/>
            <ac:picMk id="60" creationId="{65F87EDE-1855-F997-EBC4-AEFDBAE0C15D}"/>
          </ac:picMkLst>
        </pc:picChg>
        <pc:cxnChg chg="add del mod">
          <ac:chgData name="Sanad Sahawneh" userId="2f6837df0cb671e7" providerId="LiveId" clId="{0524FA00-4845-4F53-84A8-F4BD2A4B1DED}" dt="2026-02-09T05:35:16.434" v="492" actId="478"/>
          <ac:cxnSpMkLst>
            <pc:docMk/>
            <pc:sldMk cId="3623928773" sldId="288"/>
            <ac:cxnSpMk id="18" creationId="{5F33F9A5-C41E-D1D5-569D-C904DA8CB896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D50B603-F8EF-4339-A4FB-A12D8182BA2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C8726F-3158-41C0-BB9F-B885853A805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851B3E-1325-48C3-8E2C-998D0099FC98}" type="datetimeFigureOut">
              <a:rPr lang="en-US" smtClean="0"/>
              <a:t>2/8/2026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9B6BB1-3FBD-4D36-9DC6-192A8F01376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7B54D2-81AD-4487-9D5C-A3F7EB64486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C88DE-0065-430D-A4D0-A9AF40AB53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200664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D39CC4-BC6F-4E80-BC0D-03833D02DC81}" type="datetimeFigureOut">
              <a:rPr lang="en-US" noProof="0" smtClean="0"/>
              <a:t>2/8/2026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4652E4-5120-44D6-918A-894636DEFCBD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73467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Dark"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739F7D1-31ED-4588-7F6B-7214367FBA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744" y="209677"/>
            <a:ext cx="9064752" cy="1097915"/>
          </a:xfrm>
        </p:spPr>
        <p:txBody>
          <a:bodyPr anchor="b">
            <a:normAutofit/>
          </a:bodyPr>
          <a:lstStyle>
            <a:lvl1pPr>
              <a:defRPr sz="54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13A1C6A-339B-343A-B0AD-F761FE91051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745" y="1344676"/>
            <a:ext cx="9064752" cy="511175"/>
          </a:xfrm>
        </p:spPr>
        <p:txBody>
          <a:bodyPr lIns="164592" tIns="0"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535829F9-B704-5645-ABE3-F98170E89B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96346" y="585334"/>
            <a:ext cx="1005840" cy="1005840"/>
          </a:xfrm>
          <a:prstGeom prst="ellipse">
            <a:avLst/>
          </a:prstGeom>
          <a:noFill/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807DD9B-8716-9B22-9F91-88E6071F91D3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10487786" y="649342"/>
            <a:ext cx="822960" cy="822960"/>
          </a:xfrm>
          <a:prstGeom prst="ellipse">
            <a:avLst/>
          </a:prstGeom>
          <a:ln w="22225">
            <a:noFill/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3465C986-E3D2-97E7-9111-0299F9C3B1D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3608" y="2556796"/>
            <a:ext cx="1996440" cy="381190"/>
          </a:xfrm>
        </p:spPr>
        <p:txBody>
          <a:bodyPr lIns="91440" tIns="0">
            <a:noAutofit/>
          </a:bodyPr>
          <a:lstStyle>
            <a:lvl1pPr marL="0" indent="0">
              <a:buNone/>
              <a:defRPr sz="2200" b="1" cap="all" spc="1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CD86E3A-6D68-1F05-DE18-246FA7A440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3404" y="3046075"/>
            <a:ext cx="1828633" cy="96903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6C169315-0602-4C85-86EE-5C3554AAA92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73608" y="3391012"/>
            <a:ext cx="1996440" cy="778652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70FD3BFF-C0B9-AA50-A3D6-B4A48EEF751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70560" y="4505738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2000" cap="all" baseline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EBEE5563-8FF1-7479-E11E-F0144D753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682496" y="4399153"/>
            <a:ext cx="685800" cy="685800"/>
          </a:xfrm>
          <a:prstGeom prst="ellipse">
            <a:avLst/>
          </a:prstGeom>
          <a:noFill/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Picture Placeholder 13">
            <a:extLst>
              <a:ext uri="{FF2B5EF4-FFF2-40B4-BE49-F238E27FC236}">
                <a16:creationId xmlns:a16="http://schemas.microsoft.com/office/drawing/2014/main" id="{A69C1816-EC8E-961C-AC21-6D86E9C455A1}"/>
              </a:ext>
            </a:extLst>
          </p:cNvPr>
          <p:cNvSpPr>
            <a:spLocks noGrp="1" noChangeAspect="1"/>
          </p:cNvSpPr>
          <p:nvPr>
            <p:ph type="pic" sz="quarter" idx="35"/>
          </p:nvPr>
        </p:nvSpPr>
        <p:spPr>
          <a:xfrm>
            <a:off x="1796796" y="4513453"/>
            <a:ext cx="457200" cy="457200"/>
          </a:xfrm>
          <a:prstGeom prst="ellipse">
            <a:avLst/>
          </a:prstGeom>
          <a:ln w="19050">
            <a:noFill/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9F9A0E21-E67B-7E2F-ED16-4BABF078108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70560" y="4894756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14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CFE922A-6A5A-4DA8-1E44-D808527720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53404" y="5377870"/>
            <a:ext cx="1827083" cy="0"/>
          </a:xfrm>
          <a:prstGeom prst="straightConnector1">
            <a:avLst/>
          </a:prstGeom>
          <a:ln w="19050" cap="flat" cmpd="sng" algn="ctr">
            <a:gradFill>
              <a:gsLst>
                <a:gs pos="0">
                  <a:schemeClr val="accent1">
                    <a:lumMod val="75000"/>
                  </a:schemeClr>
                </a:gs>
                <a:gs pos="100000">
                  <a:schemeClr val="accent3">
                    <a:lumMod val="75000"/>
                  </a:schemeClr>
                </a:gs>
              </a:gsLst>
              <a:lin ang="2160000" scaled="0"/>
            </a:gra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3D56C31D-5FDB-2235-FFF8-2AB6E04C9B1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62072" y="2556796"/>
            <a:ext cx="1996440" cy="381190"/>
          </a:xfrm>
        </p:spPr>
        <p:txBody>
          <a:bodyPr lIns="91440" tIns="0">
            <a:noAutofit/>
          </a:bodyPr>
          <a:lstStyle>
            <a:lvl1pPr marL="0" indent="0">
              <a:buNone/>
              <a:defRPr sz="2200" b="1" cap="all" spc="1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81FC81D-B431-FFA6-47F5-F40C79C53D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946272" y="3046075"/>
            <a:ext cx="1828633" cy="9690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16A2860-4464-B092-801E-255A6B7DF3E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862072" y="3391012"/>
            <a:ext cx="1996440" cy="778652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3B992882-DF57-9DAF-2532-06C30C2D9F1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862072" y="4505738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2000" cap="all" baseline="0">
                <a:solidFill>
                  <a:schemeClr val="accent3">
                    <a:lumMod val="40000"/>
                    <a:lumOff val="60000"/>
                  </a:schemeClr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2E63250C-AB2E-9D56-C26C-1E211DFAD5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87724" y="4399153"/>
            <a:ext cx="685800" cy="685800"/>
          </a:xfrm>
          <a:prstGeom prst="ellipse">
            <a:avLst/>
          </a:prstGeom>
          <a:noFill/>
          <a:ln w="127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Picture Placeholder 13">
            <a:extLst>
              <a:ext uri="{FF2B5EF4-FFF2-40B4-BE49-F238E27FC236}">
                <a16:creationId xmlns:a16="http://schemas.microsoft.com/office/drawing/2014/main" id="{50C6734A-2661-863D-C8B6-6A4DBC588FE4}"/>
              </a:ext>
            </a:extLst>
          </p:cNvPr>
          <p:cNvSpPr>
            <a:spLocks noGrp="1" noChangeAspect="1"/>
          </p:cNvSpPr>
          <p:nvPr>
            <p:ph type="pic" sz="quarter" idx="36"/>
          </p:nvPr>
        </p:nvSpPr>
        <p:spPr>
          <a:xfrm>
            <a:off x="4002024" y="4513453"/>
            <a:ext cx="457200" cy="457200"/>
          </a:xfrm>
          <a:prstGeom prst="ellipse">
            <a:avLst/>
          </a:prstGeom>
          <a:ln w="19050">
            <a:noFill/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50D7755C-4D0B-D8A7-6235-8E606B39F3A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862072" y="4894756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14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6330766-86D4-F436-F65D-07EF389BF5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943485" y="5377870"/>
            <a:ext cx="1836387" cy="0"/>
          </a:xfrm>
          <a:prstGeom prst="straightConnector1">
            <a:avLst/>
          </a:prstGeom>
          <a:ln w="19050" cap="flat" cmpd="sng" algn="ctr">
            <a:gradFill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2"/>
                </a:gs>
              </a:gsLst>
              <a:lin ang="2160000" scaled="0"/>
            </a:gra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A540E06E-3F2B-A3DC-320A-8C968AC4350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50536" y="2556796"/>
            <a:ext cx="1996440" cy="381190"/>
          </a:xfrm>
        </p:spPr>
        <p:txBody>
          <a:bodyPr lIns="91440" tIns="0">
            <a:noAutofit/>
          </a:bodyPr>
          <a:lstStyle>
            <a:lvl1pPr marL="0" indent="0">
              <a:buNone/>
              <a:defRPr sz="2200" b="1" cap="all" spc="1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46BB721-1D88-1A03-1D55-5C79942C7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39140" y="3046075"/>
            <a:ext cx="1828634" cy="96903"/>
          </a:xfrm>
          <a:prstGeom prst="rect">
            <a:avLst/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51307C43-6072-93E9-BF1D-64D42AE2A52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050536" y="3391012"/>
            <a:ext cx="1996440" cy="778652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7CBDAD5E-0048-0813-47FC-FFE93F191C5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065776" y="4505738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2000" cap="all" baseline="0">
                <a:solidFill>
                  <a:schemeClr val="accent2">
                    <a:lumMod val="40000"/>
                    <a:lumOff val="60000"/>
                  </a:schemeClr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60D4CBD1-AAC9-3F04-3F49-E8579F6F7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2952" y="4402872"/>
            <a:ext cx="685800" cy="685800"/>
          </a:xfrm>
          <a:prstGeom prst="ellipse">
            <a:avLst/>
          </a:prstGeom>
          <a:noFill/>
          <a:ln w="127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Picture Placeholder 13">
            <a:extLst>
              <a:ext uri="{FF2B5EF4-FFF2-40B4-BE49-F238E27FC236}">
                <a16:creationId xmlns:a16="http://schemas.microsoft.com/office/drawing/2014/main" id="{F154717D-74D1-298B-EF00-6CCA65AA969B}"/>
              </a:ext>
            </a:extLst>
          </p:cNvPr>
          <p:cNvSpPr>
            <a:spLocks noGrp="1" noChangeAspect="1"/>
          </p:cNvSpPr>
          <p:nvPr>
            <p:ph type="pic" sz="quarter" idx="37"/>
          </p:nvPr>
        </p:nvSpPr>
        <p:spPr>
          <a:xfrm>
            <a:off x="6207252" y="4517172"/>
            <a:ext cx="457200" cy="457200"/>
          </a:xfrm>
          <a:prstGeom prst="ellipse">
            <a:avLst/>
          </a:prstGeom>
          <a:ln w="19050">
            <a:noFill/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3A23A057-C011-EB28-4869-A73F2E3B339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065776" y="4894756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14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F51B736-1CC5-842A-AFEB-68B1893171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142870" y="5377870"/>
            <a:ext cx="1827639" cy="0"/>
          </a:xfrm>
          <a:prstGeom prst="straightConnector1">
            <a:avLst/>
          </a:prstGeom>
          <a:ln w="19050" cap="flat" cmpd="sng" algn="ctr">
            <a:gradFill>
              <a:gsLst>
                <a:gs pos="0">
                  <a:schemeClr val="accent2"/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2160000" scaled="0"/>
            </a:gra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716EA8F4-B9C4-991F-0EBC-D79877AD468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39000" y="2556796"/>
            <a:ext cx="1996440" cy="381190"/>
          </a:xfrm>
        </p:spPr>
        <p:txBody>
          <a:bodyPr lIns="91440" tIns="0">
            <a:noAutofit/>
          </a:bodyPr>
          <a:lstStyle>
            <a:lvl1pPr marL="0" indent="0">
              <a:buNone/>
              <a:defRPr sz="2200" b="1" cap="all" spc="1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B68F5A8-E314-7C7A-6CB2-3036DF2A8E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332009" y="3046075"/>
            <a:ext cx="1828635" cy="96903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5A57C80F-4C30-26E1-B38B-3D7238EC9A4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239000" y="3391012"/>
            <a:ext cx="1996440" cy="778652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1">
            <a:extLst>
              <a:ext uri="{FF2B5EF4-FFF2-40B4-BE49-F238E27FC236}">
                <a16:creationId xmlns:a16="http://schemas.microsoft.com/office/drawing/2014/main" id="{A44BB5F0-6856-4711-058C-73C1CBF4646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257288" y="4505738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2000" cap="all" baseline="0">
                <a:solidFill>
                  <a:schemeClr val="accent5">
                    <a:lumMod val="40000"/>
                    <a:lumOff val="60000"/>
                  </a:schemeClr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1EF56C89-6D7E-4196-72BF-23ACEE823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98180" y="4402872"/>
            <a:ext cx="685800" cy="685800"/>
          </a:xfrm>
          <a:prstGeom prst="ellipse">
            <a:avLst/>
          </a:prstGeom>
          <a:noFill/>
          <a:ln w="127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Picture Placeholder 13">
            <a:extLst>
              <a:ext uri="{FF2B5EF4-FFF2-40B4-BE49-F238E27FC236}">
                <a16:creationId xmlns:a16="http://schemas.microsoft.com/office/drawing/2014/main" id="{719C23E4-DE06-6FF4-1BC9-5305DE50D817}"/>
              </a:ext>
            </a:extLst>
          </p:cNvPr>
          <p:cNvSpPr>
            <a:spLocks noGrp="1" noChangeAspect="1"/>
          </p:cNvSpPr>
          <p:nvPr>
            <p:ph type="pic" sz="quarter" idx="38"/>
          </p:nvPr>
        </p:nvSpPr>
        <p:spPr>
          <a:xfrm>
            <a:off x="8412480" y="4517172"/>
            <a:ext cx="457200" cy="457200"/>
          </a:xfrm>
          <a:prstGeom prst="ellipse">
            <a:avLst/>
          </a:prstGeom>
          <a:ln w="19050">
            <a:noFill/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F5A3DA8B-D38B-3994-FE85-0A331FBADAD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257288" y="4894756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14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771B152-C165-EE9A-CF25-69B01D9398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333507" y="5377870"/>
            <a:ext cx="1828375" cy="0"/>
          </a:xfrm>
          <a:prstGeom prst="straightConnector1">
            <a:avLst/>
          </a:prstGeom>
          <a:ln w="19050" cap="flat" cmpd="sng" algn="ctr">
            <a:gradFill>
              <a:gsLst>
                <a:gs pos="0">
                  <a:schemeClr val="accent5">
                    <a:lumMod val="60000"/>
                    <a:lumOff val="40000"/>
                  </a:schemeClr>
                </a:gs>
                <a:gs pos="100000">
                  <a:schemeClr val="accent6"/>
                </a:gs>
              </a:gsLst>
              <a:lin ang="2160000" scaled="0"/>
            </a:gra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D3896BC4-3EFC-36C4-6071-4BF0E987F96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27464" y="2556796"/>
            <a:ext cx="1996440" cy="381190"/>
          </a:xfrm>
        </p:spPr>
        <p:txBody>
          <a:bodyPr lIns="91440" tIns="0">
            <a:noAutofit/>
          </a:bodyPr>
          <a:lstStyle>
            <a:lvl1pPr marL="0" indent="0">
              <a:buNone/>
              <a:defRPr sz="2200" b="1" cap="all" spc="1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6236E29-4894-FD6C-E56F-5B1CBA99A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524879" y="3046075"/>
            <a:ext cx="1828635" cy="96903"/>
          </a:xfrm>
          <a:prstGeom prst="rect">
            <a:avLst/>
          </a:prstGeom>
          <a:gradFill>
            <a:gsLst>
              <a:gs pos="0">
                <a:schemeClr val="accent6">
                  <a:lumMod val="60000"/>
                  <a:lumOff val="40000"/>
                </a:schemeClr>
              </a:gs>
              <a:gs pos="100000">
                <a:schemeClr val="accent6">
                  <a:lumMod val="40000"/>
                  <a:lumOff val="60000"/>
                </a:scheme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C2DA584-D9BC-7A01-6F48-363C7F6465E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27464" y="3391012"/>
            <a:ext cx="1996440" cy="778652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70C95BBB-511F-F8F5-EF37-C6109C4AF4E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448800" y="4505738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2000" cap="all" baseline="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D0EDAC9C-0C6E-2807-24D5-3E04B5E210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484738" y="4399153"/>
            <a:ext cx="685800" cy="685800"/>
          </a:xfrm>
          <a:prstGeom prst="ellipse">
            <a:avLst/>
          </a:prstGeom>
          <a:noFill/>
          <a:ln w="127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Picture Placeholder 13">
            <a:extLst>
              <a:ext uri="{FF2B5EF4-FFF2-40B4-BE49-F238E27FC236}">
                <a16:creationId xmlns:a16="http://schemas.microsoft.com/office/drawing/2014/main" id="{B1C0F0FD-844D-CC54-986F-B8522F12B0A5}"/>
              </a:ext>
            </a:extLst>
          </p:cNvPr>
          <p:cNvSpPr>
            <a:spLocks noGrp="1" noChangeAspect="1"/>
          </p:cNvSpPr>
          <p:nvPr>
            <p:ph type="pic" sz="quarter" idx="39"/>
          </p:nvPr>
        </p:nvSpPr>
        <p:spPr>
          <a:xfrm>
            <a:off x="10599038" y="4513453"/>
            <a:ext cx="457200" cy="457200"/>
          </a:xfrm>
          <a:prstGeom prst="ellipse">
            <a:avLst/>
          </a:prstGeom>
          <a:ln w="19050">
            <a:noFill/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A00816D8-6779-7BDB-52AB-5BD0A2479E4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448800" y="4894756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14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6506AFF-E40E-308E-7907-FBFC4DAAB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524879" y="5376344"/>
            <a:ext cx="1828635" cy="3053"/>
          </a:xfrm>
          <a:prstGeom prst="straightConnector1">
            <a:avLst/>
          </a:prstGeom>
          <a:ln w="19050" cap="flat" cmpd="sng" algn="ctr">
            <a:gradFill>
              <a:gsLst>
                <a:gs pos="0">
                  <a:schemeClr val="accent6"/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2160000" scaled="0"/>
            </a:gra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0A11DE-725C-8DE4-9A24-3718A3D14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560" y="6072886"/>
            <a:ext cx="4114800" cy="365125"/>
          </a:xfrm>
          <a:prstGeom prst="rect">
            <a:avLst/>
          </a:prstGeom>
        </p:spPr>
        <p:txBody>
          <a:bodyPr/>
          <a:lstStyle>
            <a:lvl1pPr algn="l">
              <a:defRPr sz="1000" cap="all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6D8153-A9C6-7A32-CDB7-BF9D7CB1A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8616" y="607288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0</a:t>
            </a:r>
            <a:fld id="{E6B975A5-EA91-314B-AF62-F6E264554D2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2378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Ligh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739F7D1-31ED-4588-7F6B-7214367FBA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744" y="209677"/>
            <a:ext cx="9064752" cy="1097915"/>
          </a:xfrm>
          <a:noFill/>
        </p:spPr>
        <p:txBody>
          <a:bodyPr anchor="b">
            <a:normAutofit/>
          </a:bodyPr>
          <a:lstStyle>
            <a:lvl1pPr>
              <a:defRPr sz="5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13A1C6A-339B-343A-B0AD-F761FE91051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745" y="1344676"/>
            <a:ext cx="9064752" cy="511175"/>
          </a:xfrm>
        </p:spPr>
        <p:txBody>
          <a:bodyPr lIns="164592" t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535829F9-B704-5645-ABE3-F98170E89B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96346" y="585334"/>
            <a:ext cx="1005840" cy="1005840"/>
          </a:xfrm>
          <a:prstGeom prst="ellipse">
            <a:avLst/>
          </a:prstGeom>
          <a:noFill/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807DD9B-8716-9B22-9F91-88E6071F91D3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10487786" y="649342"/>
            <a:ext cx="822960" cy="822960"/>
          </a:xfrm>
          <a:prstGeom prst="ellipse">
            <a:avLst/>
          </a:prstGeom>
          <a:ln w="22225">
            <a:noFill/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3465C986-E3D2-97E7-9111-0299F9C3B1D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3608" y="2556796"/>
            <a:ext cx="1996440" cy="381190"/>
          </a:xfrm>
        </p:spPr>
        <p:txBody>
          <a:bodyPr lIns="91440" tIns="0">
            <a:noAutofit/>
          </a:bodyPr>
          <a:lstStyle>
            <a:lvl1pPr marL="0" indent="0">
              <a:buNone/>
              <a:defRPr sz="2200" b="1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CD86E3A-6D68-1F05-DE18-246FA7A440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3404" y="3046075"/>
            <a:ext cx="1828633" cy="96903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6C169315-0602-4C85-86EE-5C3554AAA92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73608" y="3391012"/>
            <a:ext cx="1996440" cy="778652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70FD3BFF-C0B9-AA50-A3D6-B4A48EEF751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70560" y="4505738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2000" cap="all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EBEE5563-8FF1-7479-E11E-F0144D753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682496" y="4399153"/>
            <a:ext cx="685800" cy="685800"/>
          </a:xfrm>
          <a:prstGeom prst="ellipse">
            <a:avLst/>
          </a:prstGeom>
          <a:noFill/>
          <a:ln w="127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Picture Placeholder 13">
            <a:extLst>
              <a:ext uri="{FF2B5EF4-FFF2-40B4-BE49-F238E27FC236}">
                <a16:creationId xmlns:a16="http://schemas.microsoft.com/office/drawing/2014/main" id="{A69C1816-EC8E-961C-AC21-6D86E9C455A1}"/>
              </a:ext>
            </a:extLst>
          </p:cNvPr>
          <p:cNvSpPr>
            <a:spLocks noGrp="1" noChangeAspect="1"/>
          </p:cNvSpPr>
          <p:nvPr>
            <p:ph type="pic" sz="quarter" idx="35"/>
          </p:nvPr>
        </p:nvSpPr>
        <p:spPr>
          <a:xfrm>
            <a:off x="1796796" y="4513453"/>
            <a:ext cx="457200" cy="457200"/>
          </a:xfrm>
          <a:prstGeom prst="ellipse">
            <a:avLst/>
          </a:prstGeom>
          <a:ln w="19050">
            <a:noFill/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9F9A0E21-E67B-7E2F-ED16-4BABF078108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70560" y="4894756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1400" cap="none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CFE922A-6A5A-4DA8-1E44-D808527720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53404" y="5377870"/>
            <a:ext cx="1827083" cy="0"/>
          </a:xfrm>
          <a:prstGeom prst="straightConnector1">
            <a:avLst/>
          </a:prstGeom>
          <a:ln w="19050" cap="flat" cmpd="sng" algn="ctr">
            <a:gradFill>
              <a:gsLst>
                <a:gs pos="0">
                  <a:schemeClr val="accent1">
                    <a:lumMod val="75000"/>
                  </a:schemeClr>
                </a:gs>
                <a:gs pos="100000">
                  <a:schemeClr val="accent3">
                    <a:lumMod val="75000"/>
                  </a:schemeClr>
                </a:gs>
              </a:gsLst>
              <a:lin ang="2160000" scaled="0"/>
            </a:gra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3D56C31D-5FDB-2235-FFF8-2AB6E04C9B1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62072" y="2556796"/>
            <a:ext cx="1996440" cy="381190"/>
          </a:xfrm>
        </p:spPr>
        <p:txBody>
          <a:bodyPr lIns="91440" tIns="0">
            <a:noAutofit/>
          </a:bodyPr>
          <a:lstStyle>
            <a:lvl1pPr marL="0" indent="0">
              <a:buNone/>
              <a:defRPr sz="2200" b="1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81FC81D-B431-FFA6-47F5-F40C79C53D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946272" y="3046075"/>
            <a:ext cx="1828633" cy="9690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16A2860-4464-B092-801E-255A6B7DF3E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862072" y="3391012"/>
            <a:ext cx="1996440" cy="778652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3B992882-DF57-9DAF-2532-06C30C2D9F1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862072" y="4505738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2000" cap="all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2E63250C-AB2E-9D56-C26C-1E211DFAD5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87724" y="4399153"/>
            <a:ext cx="685800" cy="685800"/>
          </a:xfrm>
          <a:prstGeom prst="ellipse">
            <a:avLst/>
          </a:prstGeom>
          <a:noFill/>
          <a:ln w="127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Picture Placeholder 13">
            <a:extLst>
              <a:ext uri="{FF2B5EF4-FFF2-40B4-BE49-F238E27FC236}">
                <a16:creationId xmlns:a16="http://schemas.microsoft.com/office/drawing/2014/main" id="{50C6734A-2661-863D-C8B6-6A4DBC588FE4}"/>
              </a:ext>
            </a:extLst>
          </p:cNvPr>
          <p:cNvSpPr>
            <a:spLocks noGrp="1" noChangeAspect="1"/>
          </p:cNvSpPr>
          <p:nvPr>
            <p:ph type="pic" sz="quarter" idx="36"/>
          </p:nvPr>
        </p:nvSpPr>
        <p:spPr>
          <a:xfrm>
            <a:off x="4002024" y="4513453"/>
            <a:ext cx="457200" cy="457200"/>
          </a:xfrm>
          <a:prstGeom prst="ellipse">
            <a:avLst/>
          </a:prstGeom>
          <a:ln w="19050">
            <a:noFill/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50D7755C-4D0B-D8A7-6235-8E606B39F3A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862072" y="4894756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1400" cap="none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6330766-86D4-F436-F65D-07EF389BF5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943485" y="5377870"/>
            <a:ext cx="1836387" cy="0"/>
          </a:xfrm>
          <a:prstGeom prst="straightConnector1">
            <a:avLst/>
          </a:prstGeom>
          <a:ln w="19050" cap="flat" cmpd="sng" algn="ctr">
            <a:gradFill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2"/>
                </a:gs>
              </a:gsLst>
              <a:lin ang="2160000" scaled="0"/>
            </a:gra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A540E06E-3F2B-A3DC-320A-8C968AC4350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50536" y="2556796"/>
            <a:ext cx="1996440" cy="381190"/>
          </a:xfrm>
        </p:spPr>
        <p:txBody>
          <a:bodyPr lIns="91440" tIns="0">
            <a:noAutofit/>
          </a:bodyPr>
          <a:lstStyle>
            <a:lvl1pPr marL="0" indent="0">
              <a:buNone/>
              <a:defRPr sz="2200" b="1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46BB721-1D88-1A03-1D55-5C79942C7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39140" y="3046075"/>
            <a:ext cx="1828634" cy="96903"/>
          </a:xfrm>
          <a:prstGeom prst="rect">
            <a:avLst/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51307C43-6072-93E9-BF1D-64D42AE2A52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050536" y="3391012"/>
            <a:ext cx="1996440" cy="778652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7CBDAD5E-0048-0813-47FC-FFE93F191C5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065776" y="4505738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2000" cap="all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60D4CBD1-AAC9-3F04-3F49-E8579F6F7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2952" y="4402872"/>
            <a:ext cx="685800" cy="685800"/>
          </a:xfrm>
          <a:prstGeom prst="ellipse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Picture Placeholder 13">
            <a:extLst>
              <a:ext uri="{FF2B5EF4-FFF2-40B4-BE49-F238E27FC236}">
                <a16:creationId xmlns:a16="http://schemas.microsoft.com/office/drawing/2014/main" id="{F154717D-74D1-298B-EF00-6CCA65AA969B}"/>
              </a:ext>
            </a:extLst>
          </p:cNvPr>
          <p:cNvSpPr>
            <a:spLocks noGrp="1" noChangeAspect="1"/>
          </p:cNvSpPr>
          <p:nvPr>
            <p:ph type="pic" sz="quarter" idx="37"/>
          </p:nvPr>
        </p:nvSpPr>
        <p:spPr>
          <a:xfrm>
            <a:off x="6207252" y="4517172"/>
            <a:ext cx="457200" cy="457200"/>
          </a:xfrm>
          <a:prstGeom prst="ellipse">
            <a:avLst/>
          </a:prstGeom>
          <a:ln w="19050">
            <a:noFill/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3A23A057-C011-EB28-4869-A73F2E3B339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065776" y="4894756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1400" cap="none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F51B736-1CC5-842A-AFEB-68B1893171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142870" y="5377870"/>
            <a:ext cx="1827639" cy="0"/>
          </a:xfrm>
          <a:prstGeom prst="straightConnector1">
            <a:avLst/>
          </a:prstGeom>
          <a:ln w="19050" cap="flat" cmpd="sng" algn="ctr">
            <a:gradFill>
              <a:gsLst>
                <a:gs pos="0">
                  <a:schemeClr val="accent2"/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2160000" scaled="0"/>
            </a:gra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716EA8F4-B9C4-991F-0EBC-D79877AD468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39000" y="2556796"/>
            <a:ext cx="1996440" cy="381190"/>
          </a:xfrm>
        </p:spPr>
        <p:txBody>
          <a:bodyPr lIns="91440" tIns="0">
            <a:noAutofit/>
          </a:bodyPr>
          <a:lstStyle>
            <a:lvl1pPr marL="0" indent="0">
              <a:buNone/>
              <a:defRPr sz="2200" b="1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B68F5A8-E314-7C7A-6CB2-3036DF2A8E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332009" y="3046075"/>
            <a:ext cx="1828635" cy="96903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5A57C80F-4C30-26E1-B38B-3D7238EC9A4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239000" y="3391012"/>
            <a:ext cx="1996440" cy="778652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1">
            <a:extLst>
              <a:ext uri="{FF2B5EF4-FFF2-40B4-BE49-F238E27FC236}">
                <a16:creationId xmlns:a16="http://schemas.microsoft.com/office/drawing/2014/main" id="{A44BB5F0-6856-4711-058C-73C1CBF4646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257288" y="4505738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2000" cap="all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1EF56C89-6D7E-4196-72BF-23ACEE823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98180" y="4402872"/>
            <a:ext cx="685800" cy="685800"/>
          </a:xfrm>
          <a:prstGeom prst="ellipse">
            <a:avLst/>
          </a:prstGeom>
          <a:noFill/>
          <a:ln w="127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Picture Placeholder 13">
            <a:extLst>
              <a:ext uri="{FF2B5EF4-FFF2-40B4-BE49-F238E27FC236}">
                <a16:creationId xmlns:a16="http://schemas.microsoft.com/office/drawing/2014/main" id="{719C23E4-DE06-6FF4-1BC9-5305DE50D817}"/>
              </a:ext>
            </a:extLst>
          </p:cNvPr>
          <p:cNvSpPr>
            <a:spLocks noGrp="1" noChangeAspect="1"/>
          </p:cNvSpPr>
          <p:nvPr>
            <p:ph type="pic" sz="quarter" idx="38"/>
          </p:nvPr>
        </p:nvSpPr>
        <p:spPr>
          <a:xfrm>
            <a:off x="8412480" y="4517172"/>
            <a:ext cx="457200" cy="457200"/>
          </a:xfrm>
          <a:prstGeom prst="ellipse">
            <a:avLst/>
          </a:prstGeom>
          <a:ln w="19050">
            <a:noFill/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F5A3DA8B-D38B-3994-FE85-0A331FBADAD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257288" y="4894756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1400" cap="none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771B152-C165-EE9A-CF25-69B01D9398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333507" y="5377870"/>
            <a:ext cx="1828375" cy="0"/>
          </a:xfrm>
          <a:prstGeom prst="straightConnector1">
            <a:avLst/>
          </a:prstGeom>
          <a:ln w="19050" cap="flat" cmpd="sng" algn="ctr">
            <a:gradFill>
              <a:gsLst>
                <a:gs pos="0">
                  <a:schemeClr val="accent5">
                    <a:lumMod val="60000"/>
                    <a:lumOff val="40000"/>
                  </a:schemeClr>
                </a:gs>
                <a:gs pos="100000">
                  <a:schemeClr val="accent6"/>
                </a:gs>
              </a:gsLst>
              <a:lin ang="2160000" scaled="0"/>
            </a:gra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D3896BC4-3EFC-36C4-6071-4BF0E987F96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27464" y="2556796"/>
            <a:ext cx="1996440" cy="381190"/>
          </a:xfrm>
        </p:spPr>
        <p:txBody>
          <a:bodyPr lIns="91440" tIns="0">
            <a:noAutofit/>
          </a:bodyPr>
          <a:lstStyle>
            <a:lvl1pPr marL="0" indent="0">
              <a:buNone/>
              <a:defRPr sz="2200" b="1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6236E29-4894-FD6C-E56F-5B1CBA99A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524879" y="3046075"/>
            <a:ext cx="1828635" cy="96903"/>
          </a:xfrm>
          <a:prstGeom prst="rect">
            <a:avLst/>
          </a:prstGeom>
          <a:gradFill>
            <a:gsLst>
              <a:gs pos="0">
                <a:schemeClr val="accent6">
                  <a:lumMod val="60000"/>
                  <a:lumOff val="40000"/>
                </a:schemeClr>
              </a:gs>
              <a:gs pos="100000">
                <a:schemeClr val="accent6">
                  <a:lumMod val="40000"/>
                  <a:lumOff val="60000"/>
                </a:scheme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C2DA584-D9BC-7A01-6F48-363C7F6465E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27464" y="3391012"/>
            <a:ext cx="1996440" cy="778652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70C95BBB-511F-F8F5-EF37-C6109C4AF4E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448800" y="4505738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2000" cap="all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D0EDAC9C-0C6E-2807-24D5-3E04B5E210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484738" y="4399153"/>
            <a:ext cx="685800" cy="685800"/>
          </a:xfrm>
          <a:prstGeom prst="ellipse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Picture Placeholder 13">
            <a:extLst>
              <a:ext uri="{FF2B5EF4-FFF2-40B4-BE49-F238E27FC236}">
                <a16:creationId xmlns:a16="http://schemas.microsoft.com/office/drawing/2014/main" id="{B1C0F0FD-844D-CC54-986F-B8522F12B0A5}"/>
              </a:ext>
            </a:extLst>
          </p:cNvPr>
          <p:cNvSpPr>
            <a:spLocks noGrp="1" noChangeAspect="1"/>
          </p:cNvSpPr>
          <p:nvPr>
            <p:ph type="pic" sz="quarter" idx="39"/>
          </p:nvPr>
        </p:nvSpPr>
        <p:spPr>
          <a:xfrm>
            <a:off x="10599038" y="4513453"/>
            <a:ext cx="457200" cy="457200"/>
          </a:xfrm>
          <a:prstGeom prst="ellipse">
            <a:avLst/>
          </a:prstGeom>
          <a:ln w="19050">
            <a:noFill/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A00816D8-6779-7BDB-52AB-5BD0A2479E4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448800" y="4894756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1400" cap="none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6506AFF-E40E-308E-7907-FBFC4DAAB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524879" y="5376344"/>
            <a:ext cx="1828635" cy="3053"/>
          </a:xfrm>
          <a:prstGeom prst="straightConnector1">
            <a:avLst/>
          </a:prstGeom>
          <a:ln w="19050" cap="flat" cmpd="sng" algn="ctr">
            <a:gradFill>
              <a:gsLst>
                <a:gs pos="0">
                  <a:schemeClr val="accent6"/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2160000" scaled="0"/>
            </a:gra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0A11DE-725C-8DE4-9A24-3718A3D14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560" y="6072886"/>
            <a:ext cx="4114800" cy="365125"/>
          </a:xfrm>
          <a:prstGeom prst="rect">
            <a:avLst/>
          </a:prstGeom>
        </p:spPr>
        <p:txBody>
          <a:bodyPr/>
          <a:lstStyle>
            <a:lvl1pPr algn="l">
              <a:defRPr sz="1000" cap="all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6D8153-A9C6-7A32-CDB7-BF9D7CB1A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8616" y="607288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0</a:t>
            </a:r>
            <a:fld id="{E6B975A5-EA91-314B-AF62-F6E264554D2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6243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5B3CF9-F6C1-EAC2-6ED5-F21274EDA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804" y="365125"/>
            <a:ext cx="1088701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484AFB-9D3B-E902-0E64-B953D0E5C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804" y="1825625"/>
            <a:ext cx="10887012" cy="41135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54D8918F-6808-DDE5-4A7C-495DAC2489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0560" y="6072886"/>
            <a:ext cx="4114800" cy="365125"/>
          </a:xfrm>
          <a:prstGeom prst="rect">
            <a:avLst/>
          </a:prstGeom>
        </p:spPr>
        <p:txBody>
          <a:bodyPr/>
          <a:lstStyle>
            <a:lvl1pPr algn="l">
              <a:defRPr sz="1000" cap="all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2BAE7F7-F858-A80B-8F72-EFA0C33C10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8616" y="6072886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0</a:t>
            </a:r>
            <a:fld id="{E6B975A5-EA91-314B-AF62-F6E264554D2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971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BA5D5F-3EC6-52C9-74EC-EBDA35CB77D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73608" y="2751244"/>
            <a:ext cx="2188464" cy="381190"/>
          </a:xfrm>
        </p:spPr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53F1FFB-C050-06E1-E327-48A3422F9A1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787811" y="2728343"/>
            <a:ext cx="2277965" cy="381190"/>
          </a:xfrm>
        </p:spPr>
        <p:txBody>
          <a:bodyPr/>
          <a:lstStyle/>
          <a:p>
            <a:r>
              <a:rPr lang="en-US" sz="2000" dirty="0"/>
              <a:t>Project Goal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72F154F-2DC7-E199-E51A-69459D822D9E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3F8DE49-0431-5B41-33D7-D2F96D60C72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65776" y="2446864"/>
            <a:ext cx="1996440" cy="381190"/>
          </a:xfrm>
        </p:spPr>
        <p:txBody>
          <a:bodyPr/>
          <a:lstStyle/>
          <a:p>
            <a:pPr algn="ctr"/>
            <a:r>
              <a:rPr lang="en-US" dirty="0"/>
              <a:t>System Overview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00383CAA-3D57-D210-F7E6-8A40345E824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52661" y="2718470"/>
            <a:ext cx="2632364" cy="381190"/>
          </a:xfrm>
        </p:spPr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9A8F41F0-9547-82AF-371A-8BA31B1B187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244215" y="2427591"/>
            <a:ext cx="2684596" cy="381190"/>
          </a:xfrm>
        </p:spPr>
        <p:txBody>
          <a:bodyPr/>
          <a:lstStyle/>
          <a:p>
            <a:pPr algn="ctr"/>
            <a:r>
              <a:rPr lang="en-US" dirty="0"/>
              <a:t>Evaluation &amp; Outcomes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D055B45-50DB-0602-D25F-6F74346AF7EE}"/>
              </a:ext>
            </a:extLst>
          </p:cNvPr>
          <p:cNvSpPr/>
          <p:nvPr/>
        </p:nvSpPr>
        <p:spPr>
          <a:xfrm>
            <a:off x="10163224" y="470087"/>
            <a:ext cx="1417983" cy="12655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42674B9-BEA6-16DF-8AE7-2A2077B4386A}"/>
              </a:ext>
            </a:extLst>
          </p:cNvPr>
          <p:cNvSpPr/>
          <p:nvPr/>
        </p:nvSpPr>
        <p:spPr>
          <a:xfrm>
            <a:off x="10425684" y="4331685"/>
            <a:ext cx="893064" cy="8985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8F59DE2-9C70-428F-1A14-96AD5951D3F7}"/>
              </a:ext>
            </a:extLst>
          </p:cNvPr>
          <p:cNvSpPr/>
          <p:nvPr/>
        </p:nvSpPr>
        <p:spPr>
          <a:xfrm>
            <a:off x="8234172" y="4391937"/>
            <a:ext cx="893064" cy="8985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29B2FBE-7506-FEA1-2D5D-8F7FF9DD68D6}"/>
              </a:ext>
            </a:extLst>
          </p:cNvPr>
          <p:cNvSpPr/>
          <p:nvPr/>
        </p:nvSpPr>
        <p:spPr>
          <a:xfrm>
            <a:off x="6042660" y="4331685"/>
            <a:ext cx="893064" cy="8985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5398FB9-63A2-8A1D-31A8-DAE1F72766A1}"/>
              </a:ext>
            </a:extLst>
          </p:cNvPr>
          <p:cNvSpPr/>
          <p:nvPr/>
        </p:nvSpPr>
        <p:spPr>
          <a:xfrm>
            <a:off x="3860292" y="4331685"/>
            <a:ext cx="893064" cy="8985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70B2914-8603-509F-7BF0-DF57B97AA1B6}"/>
              </a:ext>
            </a:extLst>
          </p:cNvPr>
          <p:cNvSpPr/>
          <p:nvPr/>
        </p:nvSpPr>
        <p:spPr>
          <a:xfrm>
            <a:off x="1647444" y="4292782"/>
            <a:ext cx="893064" cy="8985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C53EE4E9-73D2-C0DE-01D6-3EEE79ACC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98" y="412949"/>
            <a:ext cx="11255203" cy="1097915"/>
          </a:xfrm>
        </p:spPr>
        <p:txBody>
          <a:bodyPr>
            <a:noAutofit/>
          </a:bodyPr>
          <a:lstStyle/>
          <a:p>
            <a:pPr algn="ctr"/>
            <a:r>
              <a:rPr lang="en-US" sz="4500" b="1" dirty="0"/>
              <a:t>Predicting Marathon Race Performance Using Machine Learning</a:t>
            </a:r>
            <a:endParaRPr lang="en-US" sz="4500" dirty="0"/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459DCE4A-9FC0-D9A6-7E13-D70E0157DD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-179071" y="1640355"/>
            <a:ext cx="12208903" cy="334047"/>
          </a:xfrm>
        </p:spPr>
        <p:txBody>
          <a:bodyPr/>
          <a:lstStyle/>
          <a:p>
            <a:pPr algn="ctr"/>
            <a:r>
              <a:rPr lang="en-US" sz="1600" dirty="0">
                <a:solidFill>
                  <a:srgbClr val="0070C0"/>
                </a:solidFill>
              </a:rPr>
              <a:t>Sanad Sahawneh, Brian Allen, and Mahib Rahman                  </a:t>
            </a:r>
          </a:p>
          <a:p>
            <a:pPr algn="ctr"/>
            <a:r>
              <a:rPr lang="en-US" sz="1600" dirty="0">
                <a:solidFill>
                  <a:srgbClr val="FF0000"/>
                </a:solidFill>
              </a:rPr>
              <a:t>ECE465: Project Proposal Presentation              </a:t>
            </a:r>
            <a:r>
              <a:rPr lang="en-US" sz="1600" dirty="0"/>
              <a:t>Faculty Mentor: Dr. Hany </a:t>
            </a:r>
            <a:r>
              <a:rPr lang="en-US" sz="1600" dirty="0" err="1"/>
              <a:t>Elgala</a:t>
            </a:r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AA7C368-C6AB-0E74-CC63-1F25A9F48B5B}"/>
              </a:ext>
            </a:extLst>
          </p:cNvPr>
          <p:cNvSpPr/>
          <p:nvPr/>
        </p:nvSpPr>
        <p:spPr>
          <a:xfrm>
            <a:off x="673608" y="5283774"/>
            <a:ext cx="10750296" cy="8985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762BAAE-5B93-6CB3-C7C4-2F9116F86E71}"/>
              </a:ext>
            </a:extLst>
          </p:cNvPr>
          <p:cNvSpPr txBox="1"/>
          <p:nvPr/>
        </p:nvSpPr>
        <p:spPr>
          <a:xfrm>
            <a:off x="2878802" y="3188875"/>
            <a:ext cx="190042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500" dirty="0"/>
          </a:p>
        </p:txBody>
      </p:sp>
      <p:pic>
        <p:nvPicPr>
          <p:cNvPr id="54" name="Picture Placeholder 157" descr="Cloud Icon">
            <a:extLst>
              <a:ext uri="{FF2B5EF4-FFF2-40B4-BE49-F238E27FC236}">
                <a16:creationId xmlns:a16="http://schemas.microsoft.com/office/drawing/2014/main" id="{42C8EC5F-B959-0EB2-FD64-F8AE420C705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96" b="96"/>
          <a:stretch/>
        </p:blipFill>
        <p:spPr>
          <a:xfrm>
            <a:off x="10810693" y="817395"/>
            <a:ext cx="822960" cy="822960"/>
          </a:xfrm>
        </p:spPr>
      </p:pic>
      <p:pic>
        <p:nvPicPr>
          <p:cNvPr id="58" name="Picture Placeholder 119" descr="Playbook outline">
            <a:extLst>
              <a:ext uri="{FF2B5EF4-FFF2-40B4-BE49-F238E27FC236}">
                <a16:creationId xmlns:a16="http://schemas.microsoft.com/office/drawing/2014/main" id="{9D4DCC23-C25A-AF34-8126-276C7BB11E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865376" y="1035494"/>
            <a:ext cx="457200" cy="457200"/>
          </a:xfrm>
          <a:prstGeom prst="ellipse">
            <a:avLst/>
          </a:prstGeom>
          <a:ln w="19050">
            <a:noFill/>
          </a:ln>
        </p:spPr>
      </p:pic>
      <p:pic>
        <p:nvPicPr>
          <p:cNvPr id="59" name="Picture Placeholder 120" descr="Continuous Improvement outline">
            <a:extLst>
              <a:ext uri="{FF2B5EF4-FFF2-40B4-BE49-F238E27FC236}">
                <a16:creationId xmlns:a16="http://schemas.microsoft.com/office/drawing/2014/main" id="{D502FC99-377B-C002-1414-DB14E4E6954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9957314" y="1000275"/>
            <a:ext cx="457200" cy="457200"/>
          </a:xfrm>
          <a:prstGeom prst="ellipse">
            <a:avLst/>
          </a:prstGeom>
          <a:ln w="19050">
            <a:noFill/>
          </a:ln>
        </p:spPr>
      </p:pic>
      <p:pic>
        <p:nvPicPr>
          <p:cNvPr id="60" name="Picture Placeholder 157" descr="Cloud Icon">
            <a:extLst>
              <a:ext uri="{FF2B5EF4-FFF2-40B4-BE49-F238E27FC236}">
                <a16:creationId xmlns:a16="http://schemas.microsoft.com/office/drawing/2014/main" id="{65F87EDE-1855-F997-EBC4-AEFDBAE0C1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96" b="96"/>
          <a:stretch/>
        </p:blipFill>
        <p:spPr>
          <a:xfrm>
            <a:off x="468398" y="852614"/>
            <a:ext cx="822960" cy="822960"/>
          </a:xfrm>
          <a:prstGeom prst="ellipse">
            <a:avLst/>
          </a:prstGeom>
          <a:ln w="22225"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8EE79E-42F6-9B12-0124-3C0FA8845412}"/>
              </a:ext>
            </a:extLst>
          </p:cNvPr>
          <p:cNvSpPr>
            <a:spLocks noGrp="1" noChangeArrowheads="1"/>
          </p:cNvSpPr>
          <p:nvPr>
            <p:ph type="body" sz="quarter" idx="20"/>
          </p:nvPr>
        </p:nvSpPr>
        <p:spPr bwMode="auto">
          <a:xfrm>
            <a:off x="479877" y="3211776"/>
            <a:ext cx="2575925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 LT Pro  (Body)"/>
              </a:rPr>
              <a:t> Marathon performance depends on multiple factors such as age range, gender, and pacing strategy.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 LT Pro  (Body)"/>
              </a:rPr>
              <a:t> Predicting finish times can help runners set realistic goals and optimize training.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 LT Pro  (Body)"/>
              </a:rPr>
              <a:t> Real race data provides a practical way to apply machine learning to a familiar, real-world problem.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 LT Pro  (Body)"/>
              </a:rPr>
              <a:t> Stakeholders: </a:t>
            </a:r>
            <a:r>
              <a:rPr lang="en-US" altLang="en-US" sz="1400" dirty="0">
                <a:latin typeface="Avenir Next LT Pro  (Body)"/>
              </a:rPr>
              <a:t>r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 LT Pro  (Body)"/>
              </a:rPr>
              <a:t>unners, coaches, and sports analysts who want performance predictions.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0175EE-E18C-4574-C87A-CC6E82139DF9}"/>
              </a:ext>
            </a:extLst>
          </p:cNvPr>
          <p:cNvSpPr>
            <a:spLocks noGrp="1" noChangeArrowheads="1"/>
          </p:cNvSpPr>
          <p:nvPr>
            <p:ph type="body" sz="quarter" idx="22"/>
          </p:nvPr>
        </p:nvSpPr>
        <p:spPr bwMode="auto">
          <a:xfrm>
            <a:off x="2931924" y="3188875"/>
            <a:ext cx="2146681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 LT Pro  (Body)"/>
              </a:rPr>
              <a:t> Predict a runner’s net marathon finish time</a:t>
            </a:r>
            <a:r>
              <a:rPr lang="en-US" altLang="en-US" sz="1500" dirty="0">
                <a:latin typeface="Avenir Next LT Pro  (Body)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 LT Pro  (Body)"/>
              </a:rPr>
              <a:t> Use demographic and race-split features from the 2023 Boston Marathon dataset of 26,598 runners.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 LT Pro  (Body)"/>
              </a:rPr>
              <a:t> Compare a classical model and a neural network to evaluate prediction accuracy.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E6BC57F0-BB89-335F-E65A-B85039F369A1}"/>
              </a:ext>
            </a:extLst>
          </p:cNvPr>
          <p:cNvSpPr>
            <a:spLocks noGrp="1" noChangeArrowheads="1"/>
          </p:cNvSpPr>
          <p:nvPr>
            <p:ph type="body" sz="quarter" idx="23"/>
          </p:nvPr>
        </p:nvSpPr>
        <p:spPr bwMode="auto">
          <a:xfrm>
            <a:off x="5054177" y="3188875"/>
            <a:ext cx="2083644" cy="3093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 LT Pro  (Body)"/>
              </a:rPr>
              <a:t> Input: Runner features (age range, gender, etc.).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 LT Pro  (Body)"/>
              </a:rPr>
              <a:t> Preprocessing: Handle missing values and encode categorical variables.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 LT Pro  (Body)"/>
              </a:rPr>
              <a:t> Models: </a:t>
            </a:r>
            <a:r>
              <a:rPr lang="en-US" altLang="en-US" sz="1500" dirty="0">
                <a:latin typeface="Avenir Next LT Pro  (Body)"/>
              </a:rPr>
              <a:t>l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 LT Pro  (Body)"/>
              </a:rPr>
              <a:t>inear </a:t>
            </a:r>
            <a:r>
              <a:rPr lang="en-US" altLang="en-US" sz="1500" dirty="0">
                <a:latin typeface="Avenir Next LT Pro  (Body)"/>
              </a:rPr>
              <a:t>r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 LT Pro  (Body)"/>
              </a:rPr>
              <a:t>egression (baseline) and neural network regression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 LT Pro  (Body)"/>
              </a:rPr>
              <a:t> Output: Predicted finish time (seconds).</a:t>
            </a:r>
          </a:p>
        </p:txBody>
      </p:sp>
      <p:sp>
        <p:nvSpPr>
          <p:cNvPr id="14" name="Rectangle 9">
            <a:extLst>
              <a:ext uri="{FF2B5EF4-FFF2-40B4-BE49-F238E27FC236}">
                <a16:creationId xmlns:a16="http://schemas.microsoft.com/office/drawing/2014/main" id="{5780DBCD-4FAD-84A4-A696-B88EF835D6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2565" y="3179002"/>
            <a:ext cx="2263213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 LT Pro  (Body)"/>
              </a:rPr>
              <a:t> Clean and preprocess the dataset.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 LT Pro  (Body)"/>
              </a:rPr>
              <a:t> Split data into training and testing sets.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 LT Pro  (Body)"/>
              </a:rPr>
              <a:t> Train a linear regression baseline model.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 LT Pro  (Body)"/>
              </a:rPr>
              <a:t> Train a neural network regression model.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 LT Pro  (Body)"/>
              </a:rPr>
              <a:t> Compare performance using evaluation metrics.</a:t>
            </a:r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CEF78CD8-3952-2441-9D60-C086E38FFAEE}"/>
              </a:ext>
            </a:extLst>
          </p:cNvPr>
          <p:cNvSpPr>
            <a:spLocks noGrp="1" noChangeArrowheads="1"/>
          </p:cNvSpPr>
          <p:nvPr>
            <p:ph type="body" sz="quarter" idx="24"/>
          </p:nvPr>
        </p:nvSpPr>
        <p:spPr bwMode="auto">
          <a:xfrm>
            <a:off x="9399247" y="3179002"/>
            <a:ext cx="2374532" cy="3093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 LT Pro  (Body)"/>
                <a:cs typeface="Arial" panose="020B0604020202020204" pitchFamily="34" charset="0"/>
              </a:rPr>
              <a:t> Metrics: Mean Absolute Error (MAE) and Root Mean Squared Error (RMSE)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 LT Pro  (Body)"/>
                <a:cs typeface="Arial" panose="020B0604020202020204" pitchFamily="34" charset="0"/>
              </a:rPr>
              <a:t> Compare neural network performance to linear regression baseline.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 LT Pro  (Body)"/>
                <a:cs typeface="Arial" panose="020B0604020202020204" pitchFamily="34" charset="0"/>
              </a:rPr>
              <a:t> Expected outcome: Neural 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 LT Pro  (Body)"/>
              </a:rPr>
              <a:t>network achieves lower prediction error by capturing non-linear relationships.</a:t>
            </a:r>
          </a:p>
        </p:txBody>
      </p:sp>
    </p:spTree>
    <p:extLst>
      <p:ext uri="{BB962C8B-B14F-4D97-AF65-F5344CB8AC3E}">
        <p14:creationId xmlns:p14="http://schemas.microsoft.com/office/powerpoint/2010/main" val="362392877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M16411243">
      <a:dk1>
        <a:srgbClr val="000000"/>
      </a:dk1>
      <a:lt1>
        <a:srgbClr val="FFFFFF"/>
      </a:lt1>
      <a:dk2>
        <a:srgbClr val="2B2E42"/>
      </a:dk2>
      <a:lt2>
        <a:srgbClr val="E7E6E6"/>
      </a:lt2>
      <a:accent1>
        <a:srgbClr val="F4CE2F"/>
      </a:accent1>
      <a:accent2>
        <a:srgbClr val="D23958"/>
      </a:accent2>
      <a:accent3>
        <a:srgbClr val="F58020"/>
      </a:accent3>
      <a:accent4>
        <a:srgbClr val="009AD5"/>
      </a:accent4>
      <a:accent5>
        <a:srgbClr val="0479CE"/>
      </a:accent5>
      <a:accent6>
        <a:srgbClr val="25C29C"/>
      </a:accent6>
      <a:hlink>
        <a:srgbClr val="0563C1"/>
      </a:hlink>
      <a:folHlink>
        <a:srgbClr val="954F72"/>
      </a:folHlink>
    </a:clrScheme>
    <a:fontScheme name="Custom 70">
      <a:majorFont>
        <a:latin typeface="Avenir Next LT Pro Demi"/>
        <a:ea typeface=""/>
        <a:cs typeface=""/>
      </a:majorFont>
      <a:minorFont>
        <a:latin typeface="Avenir Next LT Pro 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6411243_Win32_SL_v4" id="{5E1028BC-039D-4A85-8182-5BC71B8BBFDB}" vid="{8FC0B532-47E6-48BF-A500-9A0D2EC4382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36CDCFB-1550-438B-8C76-AE76FBCD315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0FF118E-0388-4333-9D85-CA81E2C8D164}">
  <ds:schemaRefs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230e9df3-be65-4c73-a93b-d1236ebd677e"/>
    <ds:schemaRef ds:uri="http://www.w3.org/XML/1998/namespace"/>
    <ds:schemaRef ds:uri="http://purl.org/dc/dcmitype/"/>
    <ds:schemaRef ds:uri="http://purl.org/dc/terms/"/>
    <ds:schemaRef ds:uri="16c05727-aa75-4e4a-9b5f-8a80a1165891"/>
    <ds:schemaRef ds:uri="71af3243-3dd4-4a8d-8c0d-dd76da1f02a5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B0A68F62-F174-4677-B07F-B071C4E6C2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{498E51CA-6BBC-4CF7-80AA-E7394A3D43E0}TFddc1ce9b-eb75-4d85-a28a-1edab7faa0b756df1501_win32-bf83c0c841c0</Template>
  <TotalTime>808</TotalTime>
  <Words>268</Words>
  <Application>Microsoft Office PowerPoint</Application>
  <PresentationFormat>Widescreen</PresentationFormat>
  <Paragraphs>27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Avenir Next LT Pro </vt:lpstr>
      <vt:lpstr>Avenir Next LT Pro  (Body)</vt:lpstr>
      <vt:lpstr>Avenir Next LT Pro Demi</vt:lpstr>
      <vt:lpstr>Calibri</vt:lpstr>
      <vt:lpstr>Custom</vt:lpstr>
      <vt:lpstr>Predicting Marathon Race Performance Using Machine Learning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Sanad Sahawneh</dc:creator>
  <cp:lastModifiedBy>Sanad Sahawneh</cp:lastModifiedBy>
  <cp:revision>1</cp:revision>
  <dcterms:created xsi:type="dcterms:W3CDTF">2026-02-01T02:43:36Z</dcterms:created>
  <dcterms:modified xsi:type="dcterms:W3CDTF">2026-02-09T05:40:49Z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