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6" r:id="rId5"/>
  </p:sldIdLst>
  <p:sldSz cx="43891200" cy="32918400"/>
  <p:notesSz cx="7010400" cy="92964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8F8F8"/>
    <a:srgbClr val="FFC4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CE061-0621-4FBA-B96F-1F04C195F38C}" v="349" dt="2026-04-13T13:32:50.475"/>
    <p1510:client id="{BFFC778D-B84F-1501-808C-DA2591CBB6D6}" v="126" dt="2026-04-13T13:33:01.2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ad Sahawneh" userId="2f6837df0cb671e7" providerId="LiveId" clId="{0524FA00-4845-4F53-84A8-F4BD2A4B1DED}"/>
    <pc:docChg chg="undo redo custSel modSld">
      <pc:chgData name="Sanad Sahawneh" userId="2f6837df0cb671e7" providerId="LiveId" clId="{0524FA00-4845-4F53-84A8-F4BD2A4B1DED}" dt="2026-04-13T13:32:50.475" v="834" actId="14100"/>
      <pc:docMkLst>
        <pc:docMk/>
      </pc:docMkLst>
      <pc:sldChg chg="addSp delSp modSp mod">
        <pc:chgData name="Sanad Sahawneh" userId="2f6837df0cb671e7" providerId="LiveId" clId="{0524FA00-4845-4F53-84A8-F4BD2A4B1DED}" dt="2026-04-13T13:32:50.475" v="834" actId="14100"/>
        <pc:sldMkLst>
          <pc:docMk/>
          <pc:sldMk cId="2887143903" sldId="256"/>
        </pc:sldMkLst>
        <pc:spChg chg="add mod">
          <ac:chgData name="Sanad Sahawneh" userId="2f6837df0cb671e7" providerId="LiveId" clId="{0524FA00-4845-4F53-84A8-F4BD2A4B1DED}" dt="2026-04-13T13:13:17.275" v="670" actId="1076"/>
          <ac:spMkLst>
            <pc:docMk/>
            <pc:sldMk cId="2887143903" sldId="256"/>
            <ac:spMk id="8" creationId="{6732EF08-99BE-FB9C-B572-3BB780FB2B83}"/>
          </ac:spMkLst>
        </pc:spChg>
        <pc:spChg chg="mod">
          <ac:chgData name="Sanad Sahawneh" userId="2f6837df0cb671e7" providerId="LiveId" clId="{0524FA00-4845-4F53-84A8-F4BD2A4B1DED}" dt="2026-04-13T13:29:55.370" v="796" actId="1076"/>
          <ac:spMkLst>
            <pc:docMk/>
            <pc:sldMk cId="2887143903" sldId="256"/>
            <ac:spMk id="12" creationId="{3561DE99-B65B-501C-414F-8FDC5708481B}"/>
          </ac:spMkLst>
        </pc:spChg>
        <pc:spChg chg="add mod">
          <ac:chgData name="Sanad Sahawneh" userId="2f6837df0cb671e7" providerId="LiveId" clId="{0524FA00-4845-4F53-84A8-F4BD2A4B1DED}" dt="2026-04-13T13:13:09.685" v="669" actId="1076"/>
          <ac:spMkLst>
            <pc:docMk/>
            <pc:sldMk cId="2887143903" sldId="256"/>
            <ac:spMk id="13" creationId="{248B3F15-9E6A-90E8-8C85-BFED7676672B}"/>
          </ac:spMkLst>
        </pc:spChg>
        <pc:spChg chg="mod">
          <ac:chgData name="Sanad Sahawneh" userId="2f6837df0cb671e7" providerId="LiveId" clId="{0524FA00-4845-4F53-84A8-F4BD2A4B1DED}" dt="2026-04-13T12:46:41.506" v="354" actId="113"/>
          <ac:spMkLst>
            <pc:docMk/>
            <pc:sldMk cId="2887143903" sldId="256"/>
            <ac:spMk id="19" creationId="{00000000-0000-0000-0000-000000000000}"/>
          </ac:spMkLst>
        </pc:spChg>
        <pc:spChg chg="mod">
          <ac:chgData name="Sanad Sahawneh" userId="2f6837df0cb671e7" providerId="LiveId" clId="{0524FA00-4845-4F53-84A8-F4BD2A4B1DED}" dt="2026-04-13T13:29:30.874" v="792" actId="1076"/>
          <ac:spMkLst>
            <pc:docMk/>
            <pc:sldMk cId="2887143903" sldId="256"/>
            <ac:spMk id="20" creationId="{00000000-0000-0000-0000-000000000000}"/>
          </ac:spMkLst>
        </pc:spChg>
        <pc:spChg chg="mod">
          <ac:chgData name="Sanad Sahawneh" userId="2f6837df0cb671e7" providerId="LiveId" clId="{0524FA00-4845-4F53-84A8-F4BD2A4B1DED}" dt="2026-04-13T13:13:18.545" v="671" actId="20577"/>
          <ac:spMkLst>
            <pc:docMk/>
            <pc:sldMk cId="2887143903" sldId="256"/>
            <ac:spMk id="21" creationId="{00000000-0000-0000-0000-000000000000}"/>
          </ac:spMkLst>
        </pc:spChg>
        <pc:spChg chg="mod">
          <ac:chgData name="Sanad Sahawneh" userId="2f6837df0cb671e7" providerId="LiveId" clId="{0524FA00-4845-4F53-84A8-F4BD2A4B1DED}" dt="2026-04-13T13:29:39.494" v="794" actId="1076"/>
          <ac:spMkLst>
            <pc:docMk/>
            <pc:sldMk cId="2887143903" sldId="256"/>
            <ac:spMk id="24" creationId="{00000000-0000-0000-0000-000000000000}"/>
          </ac:spMkLst>
        </pc:spChg>
        <pc:spChg chg="mod">
          <ac:chgData name="Sanad Sahawneh" userId="2f6837df0cb671e7" providerId="LiveId" clId="{0524FA00-4845-4F53-84A8-F4BD2A4B1DED}" dt="2026-04-13T13:12:19.917" v="660" actId="1076"/>
          <ac:spMkLst>
            <pc:docMk/>
            <pc:sldMk cId="2887143903" sldId="256"/>
            <ac:spMk id="27" creationId="{00000000-0000-0000-0000-000000000000}"/>
          </ac:spMkLst>
        </pc:spChg>
        <pc:spChg chg="add mod">
          <ac:chgData name="Sanad Sahawneh" userId="2f6837df0cb671e7" providerId="LiveId" clId="{0524FA00-4845-4F53-84A8-F4BD2A4B1DED}" dt="2026-04-13T13:29:46.556" v="795" actId="1076"/>
          <ac:spMkLst>
            <pc:docMk/>
            <pc:sldMk cId="2887143903" sldId="256"/>
            <ac:spMk id="28" creationId="{031646DB-2CA2-75B9-9AD1-FEE65C7D8E6F}"/>
          </ac:spMkLst>
        </pc:spChg>
        <pc:spChg chg="mod">
          <ac:chgData name="Sanad Sahawneh" userId="2f6837df0cb671e7" providerId="LiveId" clId="{0524FA00-4845-4F53-84A8-F4BD2A4B1DED}" dt="2026-04-13T13:12:16.341" v="659" actId="1076"/>
          <ac:spMkLst>
            <pc:docMk/>
            <pc:sldMk cId="2887143903" sldId="256"/>
            <ac:spMk id="29" creationId="{00000000-0000-0000-0000-000000000000}"/>
          </ac:spMkLst>
        </pc:spChg>
        <pc:spChg chg="add mod">
          <ac:chgData name="Sanad Sahawneh" userId="2f6837df0cb671e7" providerId="LiveId" clId="{0524FA00-4845-4F53-84A8-F4BD2A4B1DED}" dt="2026-04-13T13:12:42.690" v="664" actId="1076"/>
          <ac:spMkLst>
            <pc:docMk/>
            <pc:sldMk cId="2887143903" sldId="256"/>
            <ac:spMk id="30" creationId="{2CB874C8-B0EE-9463-FA8D-B6C22E0F6117}"/>
          </ac:spMkLst>
        </pc:spChg>
        <pc:spChg chg="add del mod">
          <ac:chgData name="Sanad Sahawneh" userId="2f6837df0cb671e7" providerId="LiveId" clId="{0524FA00-4845-4F53-84A8-F4BD2A4B1DED}" dt="2026-04-13T13:09:31.953" v="557" actId="478"/>
          <ac:spMkLst>
            <pc:docMk/>
            <pc:sldMk cId="2887143903" sldId="256"/>
            <ac:spMk id="31" creationId="{DEE06753-CE96-77F6-D3EC-EB439EB82B7C}"/>
          </ac:spMkLst>
        </pc:spChg>
        <pc:spChg chg="mod">
          <ac:chgData name="Sanad Sahawneh" userId="2f6837df0cb671e7" providerId="LiveId" clId="{0524FA00-4845-4F53-84A8-F4BD2A4B1DED}" dt="2026-04-13T13:29:22.959" v="791" actId="1076"/>
          <ac:spMkLst>
            <pc:docMk/>
            <pc:sldMk cId="2887143903" sldId="256"/>
            <ac:spMk id="33" creationId="{00000000-0000-0000-0000-000000000000}"/>
          </ac:spMkLst>
        </pc:spChg>
        <pc:spChg chg="add del mod">
          <ac:chgData name="Sanad Sahawneh" userId="2f6837df0cb671e7" providerId="LiveId" clId="{0524FA00-4845-4F53-84A8-F4BD2A4B1DED}" dt="2026-04-13T13:07:39.998" v="549" actId="22"/>
          <ac:spMkLst>
            <pc:docMk/>
            <pc:sldMk cId="2887143903" sldId="256"/>
            <ac:spMk id="37" creationId="{98C89656-3233-CE3B-03F5-1569D80574E1}"/>
          </ac:spMkLst>
        </pc:spChg>
        <pc:spChg chg="add del">
          <ac:chgData name="Sanad Sahawneh" userId="2f6837df0cb671e7" providerId="LiveId" clId="{0524FA00-4845-4F53-84A8-F4BD2A4B1DED}" dt="2026-04-13T13:08:21.719" v="554" actId="478"/>
          <ac:spMkLst>
            <pc:docMk/>
            <pc:sldMk cId="2887143903" sldId="256"/>
            <ac:spMk id="39" creationId="{F08D7B4D-DE0F-3AF5-0FCF-53E2AF13FE15}"/>
          </ac:spMkLst>
        </pc:spChg>
        <pc:spChg chg="mod">
          <ac:chgData name="Sanad Sahawneh" userId="2f6837df0cb671e7" providerId="LiveId" clId="{0524FA00-4845-4F53-84A8-F4BD2A4B1DED}" dt="2026-04-13T13:19:45.151" v="747" actId="1076"/>
          <ac:spMkLst>
            <pc:docMk/>
            <pc:sldMk cId="2887143903" sldId="256"/>
            <ac:spMk id="43" creationId="{00000000-0000-0000-0000-000000000000}"/>
          </ac:spMkLst>
        </pc:spChg>
        <pc:spChg chg="mod">
          <ac:chgData name="Sanad Sahawneh" userId="2f6837df0cb671e7" providerId="LiveId" clId="{0524FA00-4845-4F53-84A8-F4BD2A4B1DED}" dt="2026-04-13T13:19:51.008" v="748" actId="1076"/>
          <ac:spMkLst>
            <pc:docMk/>
            <pc:sldMk cId="2887143903" sldId="256"/>
            <ac:spMk id="44" creationId="{00000000-0000-0000-0000-000000000000}"/>
          </ac:spMkLst>
        </pc:spChg>
        <pc:spChg chg="mod">
          <ac:chgData name="Sanad Sahawneh" userId="2f6837df0cb671e7" providerId="LiveId" clId="{0524FA00-4845-4F53-84A8-F4BD2A4B1DED}" dt="2026-04-13T13:19:42.169" v="746" actId="1076"/>
          <ac:spMkLst>
            <pc:docMk/>
            <pc:sldMk cId="2887143903" sldId="256"/>
            <ac:spMk id="45" creationId="{00000000-0000-0000-0000-000000000000}"/>
          </ac:spMkLst>
        </pc:spChg>
        <pc:spChg chg="add del mod">
          <ac:chgData name="Sanad Sahawneh" userId="2f6837df0cb671e7" providerId="LiveId" clId="{0524FA00-4845-4F53-84A8-F4BD2A4B1DED}" dt="2026-04-13T13:09:33.868" v="558" actId="478"/>
          <ac:spMkLst>
            <pc:docMk/>
            <pc:sldMk cId="2887143903" sldId="256"/>
            <ac:spMk id="46" creationId="{D90A175C-1231-7F0C-D03B-2749878F903B}"/>
          </ac:spMkLst>
        </pc:spChg>
        <pc:spChg chg="add mod">
          <ac:chgData name="Sanad Sahawneh" userId="2f6837df0cb671e7" providerId="LiveId" clId="{0524FA00-4845-4F53-84A8-F4BD2A4B1DED}" dt="2026-04-13T13:12:09.613" v="658" actId="1076"/>
          <ac:spMkLst>
            <pc:docMk/>
            <pc:sldMk cId="2887143903" sldId="256"/>
            <ac:spMk id="47" creationId="{5F9ACC73-EFDC-94DB-F127-14CFF472CB16}"/>
          </ac:spMkLst>
        </pc:spChg>
        <pc:spChg chg="add mod">
          <ac:chgData name="Sanad Sahawneh" userId="2f6837df0cb671e7" providerId="LiveId" clId="{0524FA00-4845-4F53-84A8-F4BD2A4B1DED}" dt="2026-04-13T13:14:08.200" v="673" actId="1076"/>
          <ac:spMkLst>
            <pc:docMk/>
            <pc:sldMk cId="2887143903" sldId="256"/>
            <ac:spMk id="48" creationId="{EED36755-3DB3-182C-BCA7-310B9809FB41}"/>
          </ac:spMkLst>
        </pc:spChg>
        <pc:spChg chg="add mod">
          <ac:chgData name="Sanad Sahawneh" userId="2f6837df0cb671e7" providerId="LiveId" clId="{0524FA00-4845-4F53-84A8-F4BD2A4B1DED}" dt="2026-04-13T13:14:32.095" v="703" actId="20577"/>
          <ac:spMkLst>
            <pc:docMk/>
            <pc:sldMk cId="2887143903" sldId="256"/>
            <ac:spMk id="49" creationId="{4F23D5F0-299A-DD8F-85DA-89CC72AD18D8}"/>
          </ac:spMkLst>
        </pc:spChg>
        <pc:spChg chg="add mod">
          <ac:chgData name="Sanad Sahawneh" userId="2f6837df0cb671e7" providerId="LiveId" clId="{0524FA00-4845-4F53-84A8-F4BD2A4B1DED}" dt="2026-04-13T13:28:33.519" v="790" actId="12"/>
          <ac:spMkLst>
            <pc:docMk/>
            <pc:sldMk cId="2887143903" sldId="256"/>
            <ac:spMk id="50" creationId="{78F58054-38FA-5C10-B1B9-610FF572E020}"/>
          </ac:spMkLst>
        </pc:spChg>
        <pc:spChg chg="mod">
          <ac:chgData name="Sanad Sahawneh" userId="2f6837df0cb671e7" providerId="LiveId" clId="{0524FA00-4845-4F53-84A8-F4BD2A4B1DED}" dt="2026-04-13T13:30:08.986" v="800" actId="1076"/>
          <ac:spMkLst>
            <pc:docMk/>
            <pc:sldMk cId="2887143903" sldId="256"/>
            <ac:spMk id="52" creationId="{81B06F01-CC1A-090B-DC92-59A712276A7D}"/>
          </ac:spMkLst>
        </pc:spChg>
        <pc:spChg chg="add mod">
          <ac:chgData name="Sanad Sahawneh" userId="2f6837df0cb671e7" providerId="LiveId" clId="{0524FA00-4845-4F53-84A8-F4BD2A4B1DED}" dt="2026-04-13T13:28:19.695" v="770" actId="1076"/>
          <ac:spMkLst>
            <pc:docMk/>
            <pc:sldMk cId="2887143903" sldId="256"/>
            <ac:spMk id="55" creationId="{0235F17E-FE14-0621-924C-94E5F525898E}"/>
          </ac:spMkLst>
        </pc:spChg>
        <pc:graphicFrameChg chg="mod modGraphic">
          <ac:chgData name="Sanad Sahawneh" userId="2f6837df0cb671e7" providerId="LiveId" clId="{0524FA00-4845-4F53-84A8-F4BD2A4B1DED}" dt="2026-04-13T13:29:33.705" v="793" actId="1076"/>
          <ac:graphicFrameMkLst>
            <pc:docMk/>
            <pc:sldMk cId="2887143903" sldId="256"/>
            <ac:graphicFrameMk id="2" creationId="{00000000-0000-0000-0000-000000000000}"/>
          </ac:graphicFrameMkLst>
        </pc:graphicFrameChg>
        <pc:picChg chg="del mod">
          <ac:chgData name="Sanad Sahawneh" userId="2f6837df0cb671e7" providerId="LiveId" clId="{0524FA00-4845-4F53-84A8-F4BD2A4B1DED}" dt="2026-04-13T13:30:37.925" v="801" actId="478"/>
          <ac:picMkLst>
            <pc:docMk/>
            <pc:sldMk cId="2887143903" sldId="256"/>
            <ac:picMk id="10" creationId="{DB6C1AF1-F7ED-9057-3011-06EE061B7CCB}"/>
          </ac:picMkLst>
        </pc:picChg>
        <pc:picChg chg="del mod">
          <ac:chgData name="Sanad Sahawneh" userId="2f6837df0cb671e7" providerId="LiveId" clId="{0524FA00-4845-4F53-84A8-F4BD2A4B1DED}" dt="2026-04-13T13:30:38.819" v="802" actId="478"/>
          <ac:picMkLst>
            <pc:docMk/>
            <pc:sldMk cId="2887143903" sldId="256"/>
            <ac:picMk id="11" creationId="{2B74334D-1A9C-6315-3215-C2053CA79B99}"/>
          </ac:picMkLst>
        </pc:picChg>
        <pc:picChg chg="add mod modCrop">
          <ac:chgData name="Sanad Sahawneh" userId="2f6837df0cb671e7" providerId="LiveId" clId="{0524FA00-4845-4F53-84A8-F4BD2A4B1DED}" dt="2026-04-13T12:46:08.296" v="347" actId="1582"/>
          <ac:picMkLst>
            <pc:docMk/>
            <pc:sldMk cId="2887143903" sldId="256"/>
            <ac:picMk id="22" creationId="{A7285FB7-5060-CA1E-902C-C4C4685D3028}"/>
          </ac:picMkLst>
        </pc:picChg>
        <pc:picChg chg="add del mod modCrop">
          <ac:chgData name="Sanad Sahawneh" userId="2f6837df0cb671e7" providerId="LiveId" clId="{0524FA00-4845-4F53-84A8-F4BD2A4B1DED}" dt="2026-04-13T13:32:00.475" v="820" actId="478"/>
          <ac:picMkLst>
            <pc:docMk/>
            <pc:sldMk cId="2887143903" sldId="256"/>
            <ac:picMk id="25" creationId="{F430335E-F26D-7F91-1195-B923F1016F3C}"/>
          </ac:picMkLst>
        </pc:picChg>
        <pc:picChg chg="add del mod">
          <ac:chgData name="Sanad Sahawneh" userId="2f6837df0cb671e7" providerId="LiveId" clId="{0524FA00-4845-4F53-84A8-F4BD2A4B1DED}" dt="2026-04-13T13:32:25.224" v="823" actId="478"/>
          <ac:picMkLst>
            <pc:docMk/>
            <pc:sldMk cId="2887143903" sldId="256"/>
            <ac:picMk id="51" creationId="{BE8F98D3-FFFF-D9E7-C8D8-F2E97D7EEDF2}"/>
          </ac:picMkLst>
        </pc:picChg>
        <pc:picChg chg="add mod">
          <ac:chgData name="Sanad Sahawneh" userId="2f6837df0cb671e7" providerId="LiveId" clId="{0524FA00-4845-4F53-84A8-F4BD2A4B1DED}" dt="2026-04-13T13:28:17.482" v="769" actId="1076"/>
          <ac:picMkLst>
            <pc:docMk/>
            <pc:sldMk cId="2887143903" sldId="256"/>
            <ac:picMk id="54" creationId="{441882CA-AE2F-4395-94F1-2D8931D6E479}"/>
          </ac:picMkLst>
        </pc:picChg>
        <pc:picChg chg="add mod">
          <ac:chgData name="Sanad Sahawneh" userId="2f6837df0cb671e7" providerId="LiveId" clId="{0524FA00-4845-4F53-84A8-F4BD2A4B1DED}" dt="2026-04-13T13:31:42.245" v="816" actId="1582"/>
          <ac:picMkLst>
            <pc:docMk/>
            <pc:sldMk cId="2887143903" sldId="256"/>
            <ac:picMk id="57" creationId="{97CCAC9A-F53E-580B-0617-A55B5C583943}"/>
          </ac:picMkLst>
        </pc:picChg>
        <pc:picChg chg="add mod">
          <ac:chgData name="Sanad Sahawneh" userId="2f6837df0cb671e7" providerId="LiveId" clId="{0524FA00-4845-4F53-84A8-F4BD2A4B1DED}" dt="2026-04-13T13:31:48.273" v="818" actId="1076"/>
          <ac:picMkLst>
            <pc:docMk/>
            <pc:sldMk cId="2887143903" sldId="256"/>
            <ac:picMk id="59" creationId="{490DBA47-8BF5-D5FD-8B1F-A5E77881D785}"/>
          </ac:picMkLst>
        </pc:picChg>
        <pc:picChg chg="add mod">
          <ac:chgData name="Sanad Sahawneh" userId="2f6837df0cb671e7" providerId="LiveId" clId="{0524FA00-4845-4F53-84A8-F4BD2A4B1DED}" dt="2026-04-13T13:32:50.475" v="834" actId="14100"/>
          <ac:picMkLst>
            <pc:docMk/>
            <pc:sldMk cId="2887143903" sldId="256"/>
            <ac:picMk id="61" creationId="{22FB3D50-B053-C7F6-5DB4-30782830A78F}"/>
          </ac:picMkLst>
        </pc:picChg>
      </pc:sldChg>
    </pc:docChg>
  </pc:docChgLst>
  <pc:docChgLst>
    <pc:chgData name="Guest User" providerId="Windows Live" clId="Web-{BFFC778D-B84F-1501-808C-DA2591CBB6D6}"/>
    <pc:docChg chg="modSld">
      <pc:chgData name="Guest User" userId="" providerId="Windows Live" clId="Web-{BFFC778D-B84F-1501-808C-DA2591CBB6D6}" dt="2026-04-13T13:33:01.209" v="92" actId="1076"/>
      <pc:docMkLst>
        <pc:docMk/>
      </pc:docMkLst>
      <pc:sldChg chg="modSp">
        <pc:chgData name="Guest User" userId="" providerId="Windows Live" clId="Web-{BFFC778D-B84F-1501-808C-DA2591CBB6D6}" dt="2026-04-13T13:33:01.209" v="92" actId="1076"/>
        <pc:sldMkLst>
          <pc:docMk/>
          <pc:sldMk cId="2887143903" sldId="256"/>
        </pc:sldMkLst>
        <pc:spChg chg="mod">
          <ac:chgData name="Guest User" userId="" providerId="Windows Live" clId="Web-{BFFC778D-B84F-1501-808C-DA2591CBB6D6}" dt="2026-04-13T13:09:41.175" v="69" actId="1076"/>
          <ac:spMkLst>
            <pc:docMk/>
            <pc:sldMk cId="2887143903" sldId="256"/>
            <ac:spMk id="17" creationId="{00000000-0000-0000-0000-000000000000}"/>
          </ac:spMkLst>
        </pc:spChg>
        <pc:spChg chg="mod">
          <ac:chgData name="Guest User" userId="" providerId="Windows Live" clId="Web-{BFFC778D-B84F-1501-808C-DA2591CBB6D6}" dt="2026-04-13T13:29:09.530" v="89" actId="20577"/>
          <ac:spMkLst>
            <pc:docMk/>
            <pc:sldMk cId="2887143903" sldId="256"/>
            <ac:spMk id="19" creationId="{00000000-0000-0000-0000-000000000000}"/>
          </ac:spMkLst>
        </pc:spChg>
        <pc:spChg chg="mod">
          <ac:chgData name="Guest User" userId="" providerId="Windows Live" clId="Web-{BFFC778D-B84F-1501-808C-DA2591CBB6D6}" dt="2026-04-13T13:08:42.547" v="66" actId="20577"/>
          <ac:spMkLst>
            <pc:docMk/>
            <pc:sldMk cId="2887143903" sldId="256"/>
            <ac:spMk id="21" creationId="{00000000-0000-0000-0000-000000000000}"/>
          </ac:spMkLst>
        </pc:spChg>
        <pc:spChg chg="mod">
          <ac:chgData name="Guest User" userId="" providerId="Windows Live" clId="Web-{BFFC778D-B84F-1501-808C-DA2591CBB6D6}" dt="2026-04-13T13:10:25.442" v="78" actId="1076"/>
          <ac:spMkLst>
            <pc:docMk/>
            <pc:sldMk cId="2887143903" sldId="256"/>
            <ac:spMk id="35" creationId="{00000000-0000-0000-0000-000000000000}"/>
          </ac:spMkLst>
        </pc:spChg>
        <pc:spChg chg="mod">
          <ac:chgData name="Guest User" userId="" providerId="Windows Live" clId="Web-{BFFC778D-B84F-1501-808C-DA2591CBB6D6}" dt="2026-04-13T13:10:43.741" v="81" actId="1076"/>
          <ac:spMkLst>
            <pc:docMk/>
            <pc:sldMk cId="2887143903" sldId="256"/>
            <ac:spMk id="36" creationId="{00000000-0000-0000-0000-000000000000}"/>
          </ac:spMkLst>
        </pc:spChg>
        <pc:spChg chg="mod">
          <ac:chgData name="Guest User" userId="" providerId="Windows Live" clId="Web-{BFFC778D-B84F-1501-808C-DA2591CBB6D6}" dt="2026-04-13T13:09:51.925" v="71" actId="1076"/>
          <ac:spMkLst>
            <pc:docMk/>
            <pc:sldMk cId="2887143903" sldId="256"/>
            <ac:spMk id="40" creationId="{00000000-0000-0000-0000-000000000000}"/>
          </ac:spMkLst>
        </pc:spChg>
        <pc:spChg chg="mod">
          <ac:chgData name="Guest User" userId="" providerId="Windows Live" clId="Web-{BFFC778D-B84F-1501-808C-DA2591CBB6D6}" dt="2026-04-13T13:09:47.472" v="70" actId="1076"/>
          <ac:spMkLst>
            <pc:docMk/>
            <pc:sldMk cId="2887143903" sldId="256"/>
            <ac:spMk id="41" creationId="{00000000-0000-0000-0000-000000000000}"/>
          </ac:spMkLst>
        </pc:spChg>
        <pc:spChg chg="mod">
          <ac:chgData name="Guest User" userId="" providerId="Windows Live" clId="Web-{BFFC778D-B84F-1501-808C-DA2591CBB6D6}" dt="2026-04-13T13:09:36.675" v="67" actId="1076"/>
          <ac:spMkLst>
            <pc:docMk/>
            <pc:sldMk cId="2887143903" sldId="256"/>
            <ac:spMk id="42" creationId="{00000000-0000-0000-0000-000000000000}"/>
          </ac:spMkLst>
        </pc:spChg>
        <pc:spChg chg="mod">
          <ac:chgData name="Guest User" userId="" providerId="Windows Live" clId="Web-{BFFC778D-B84F-1501-808C-DA2591CBB6D6}" dt="2026-04-13T13:14:05.681" v="83" actId="1076"/>
          <ac:spMkLst>
            <pc:docMk/>
            <pc:sldMk cId="2887143903" sldId="256"/>
            <ac:spMk id="43" creationId="{00000000-0000-0000-0000-000000000000}"/>
          </ac:spMkLst>
        </pc:spChg>
        <pc:spChg chg="mod">
          <ac:chgData name="Guest User" userId="" providerId="Windows Live" clId="Web-{BFFC778D-B84F-1501-808C-DA2591CBB6D6}" dt="2026-04-13T13:14:11.557" v="84" actId="1076"/>
          <ac:spMkLst>
            <pc:docMk/>
            <pc:sldMk cId="2887143903" sldId="256"/>
            <ac:spMk id="44" creationId="{00000000-0000-0000-0000-000000000000}"/>
          </ac:spMkLst>
        </pc:spChg>
        <pc:spChg chg="mod">
          <ac:chgData name="Guest User" userId="" providerId="Windows Live" clId="Web-{BFFC778D-B84F-1501-808C-DA2591CBB6D6}" dt="2026-04-13T13:14:00.009" v="82" actId="1076"/>
          <ac:spMkLst>
            <pc:docMk/>
            <pc:sldMk cId="2887143903" sldId="256"/>
            <ac:spMk id="45" creationId="{00000000-0000-0000-0000-000000000000}"/>
          </ac:spMkLst>
        </pc:spChg>
        <pc:picChg chg="mod">
          <ac:chgData name="Guest User" userId="" providerId="Windows Live" clId="Web-{BFFC778D-B84F-1501-808C-DA2591CBB6D6}" dt="2026-04-13T13:33:01.209" v="92" actId="1076"/>
          <ac:picMkLst>
            <pc:docMk/>
            <pc:sldMk cId="2887143903" sldId="256"/>
            <ac:picMk id="25" creationId="{F430335E-F26D-7F91-1195-B923F1016F3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F4125-C181-7349-A317-D14EC1418B0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CB247-20DF-B945-8524-5FB6692B4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59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CB247-20DF-B945-8524-5FB6692B418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42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5DCE3-AC11-42FE-9BF9-27A9ABDF5F2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9EF5-FD88-4859-9AD7-2B1B56210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32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5DCE3-AC11-42FE-9BF9-27A9ABDF5F2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9EF5-FD88-4859-9AD7-2B1B56210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7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5DCE3-AC11-42FE-9BF9-27A9ABDF5F2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9EF5-FD88-4859-9AD7-2B1B56210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20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5DCE3-AC11-42FE-9BF9-27A9ABDF5F2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9EF5-FD88-4859-9AD7-2B1B56210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83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5DCE3-AC11-42FE-9BF9-27A9ABDF5F2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9EF5-FD88-4859-9AD7-2B1B56210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34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5DCE3-AC11-42FE-9BF9-27A9ABDF5F2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9EF5-FD88-4859-9AD7-2B1B56210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84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5DCE3-AC11-42FE-9BF9-27A9ABDF5F2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9EF5-FD88-4859-9AD7-2B1B56210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85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5DCE3-AC11-42FE-9BF9-27A9ABDF5F2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9EF5-FD88-4859-9AD7-2B1B56210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6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5DCE3-AC11-42FE-9BF9-27A9ABDF5F2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9EF5-FD88-4859-9AD7-2B1B56210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47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5DCE3-AC11-42FE-9BF9-27A9ABDF5F2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9EF5-FD88-4859-9AD7-2B1B56210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16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5DCE3-AC11-42FE-9BF9-27A9ABDF5F2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9EF5-FD88-4859-9AD7-2B1B56210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99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5DCE3-AC11-42FE-9BF9-27A9ABDF5F2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C9EF5-FD88-4859-9AD7-2B1B56210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63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data.scorenetwork.org/running/boston_marathon_2023.html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1116211" y="12458406"/>
            <a:ext cx="12856115" cy="76644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/>
          <p:cNvSpPr/>
          <p:nvPr/>
        </p:nvSpPr>
        <p:spPr>
          <a:xfrm>
            <a:off x="522372" y="4991100"/>
            <a:ext cx="14154150" cy="27446037"/>
          </a:xfrm>
          <a:prstGeom prst="frame">
            <a:avLst>
              <a:gd name="adj1" fmla="val 156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6827" y="951157"/>
            <a:ext cx="41643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13248" eaLnBrk="0" hangingPunct="0"/>
            <a:r>
              <a:rPr lang="en-US" sz="7200" b="1">
                <a:latin typeface="Calibri" panose="020F0502020204030204" pitchFamily="34" charset="0"/>
                <a:cs typeface="Calibri" panose="020F0502020204030204" pitchFamily="34" charset="0"/>
              </a:rPr>
              <a:t>Predicting Marathon Race Performance Using Machine Learning</a:t>
            </a:r>
            <a:endParaRPr lang="en-US" sz="5400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rame 6"/>
          <p:cNvSpPr/>
          <p:nvPr/>
        </p:nvSpPr>
        <p:spPr>
          <a:xfrm>
            <a:off x="503322" y="609600"/>
            <a:ext cx="42862500" cy="4191000"/>
          </a:xfrm>
          <a:prstGeom prst="frame">
            <a:avLst>
              <a:gd name="adj1" fmla="val 5457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ame 15"/>
          <p:cNvSpPr/>
          <p:nvPr/>
        </p:nvSpPr>
        <p:spPr>
          <a:xfrm>
            <a:off x="14876547" y="4991099"/>
            <a:ext cx="14154150" cy="27446038"/>
          </a:xfrm>
          <a:prstGeom prst="frame">
            <a:avLst>
              <a:gd name="adj1" fmla="val 156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ame 16"/>
          <p:cNvSpPr/>
          <p:nvPr/>
        </p:nvSpPr>
        <p:spPr>
          <a:xfrm>
            <a:off x="29230722" y="4991099"/>
            <a:ext cx="14154150" cy="27446038"/>
          </a:xfrm>
          <a:prstGeom prst="frame">
            <a:avLst>
              <a:gd name="adj1" fmla="val 156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175395" y="5634355"/>
            <a:ext cx="12856115" cy="76644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3677152" y="5538103"/>
            <a:ext cx="78445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>
                <a:solidFill>
                  <a:srgbClr val="F8F8F8"/>
                </a:solidFill>
              </a:rPr>
              <a:t>Introduction &amp; Motivation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482" y="6769761"/>
            <a:ext cx="12931926" cy="66787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Marathon performance depends on age, gender, and pacing</a:t>
            </a:r>
            <a:endParaRPr lang="en-US" sz="4400"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/>
              <a:t>Goal: Predict marathon finish time using machine learning</a:t>
            </a:r>
            <a:endParaRPr lang="en-US" sz="4400" b="1">
              <a:ea typeface="Calibri"/>
              <a:cs typeface="Calibri"/>
            </a:endParaRPr>
          </a:p>
          <a:p>
            <a:endParaRPr lang="en-US" sz="4000">
              <a:solidFill>
                <a:srgbClr val="7030A0"/>
              </a:solidFill>
            </a:endParaRPr>
          </a:p>
          <a:p>
            <a:r>
              <a:rPr lang="en-US" sz="4800" b="1">
                <a:solidFill>
                  <a:srgbClr val="7030A0"/>
                </a:solidFill>
              </a:rPr>
              <a:t>Project Objectives</a:t>
            </a:r>
            <a:r>
              <a:rPr lang="en-US" sz="4400"/>
              <a:t> </a:t>
            </a:r>
            <a:endParaRPr lang="en-US" sz="4400"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Compare Linear Regression vs Neural Network</a:t>
            </a:r>
            <a:endParaRPr lang="en-US" sz="4400"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Evaluate using MAE, RMSE, R², MAPE </a:t>
            </a:r>
            <a:endParaRPr lang="en-US" sz="4400">
              <a:ea typeface="Calibri"/>
              <a:cs typeface="Calibri"/>
            </a:endParaRPr>
          </a:p>
          <a:p>
            <a:endParaRPr lang="en-US" sz="360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/>
          </a:p>
        </p:txBody>
      </p:sp>
      <p:sp>
        <p:nvSpPr>
          <p:cNvPr id="20" name="TextBox 19"/>
          <p:cNvSpPr txBox="1"/>
          <p:nvPr/>
        </p:nvSpPr>
        <p:spPr>
          <a:xfrm>
            <a:off x="2267763" y="12410094"/>
            <a:ext cx="105530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>
                <a:solidFill>
                  <a:srgbClr val="F8F8F8"/>
                </a:solidFill>
              </a:rPr>
              <a:t>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39551" y="22619336"/>
            <a:ext cx="128281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/>
              <a:t>Figure 4. Actual vs. predicted marathon finish times for both models. Points close to the diagonal indicate accurate predictions.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71778" y="24861442"/>
            <a:ext cx="1271110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Both models show strong predictive performance accuracy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Neutral network slightly improves accuracy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Points close to diagonal → accurate predictions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67322" y="5631530"/>
            <a:ext cx="12856115" cy="76644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17927972" y="5559132"/>
            <a:ext cx="7844589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 b="1">
                <a:solidFill>
                  <a:srgbClr val="F8F8F8"/>
                </a:solidFill>
              </a:rPr>
              <a:t>Methodology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45801" y="6712567"/>
            <a:ext cx="13176484" cy="159736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4400" b="1">
              <a:solidFill>
                <a:srgbClr val="7030A0"/>
              </a:solidFill>
            </a:endParaRPr>
          </a:p>
          <a:p>
            <a:endParaRPr lang="en-US" sz="4400" b="1">
              <a:solidFill>
                <a:srgbClr val="7030A0"/>
              </a:solidFill>
            </a:endParaRPr>
          </a:p>
          <a:p>
            <a:endParaRPr lang="en-US" sz="4400" b="1">
              <a:solidFill>
                <a:srgbClr val="7030A0"/>
              </a:solidFill>
            </a:endParaRPr>
          </a:p>
          <a:p>
            <a:endParaRPr lang="en-US" sz="4800" b="1">
              <a:solidFill>
                <a:srgbClr val="7030A0"/>
              </a:solidFill>
            </a:endParaRPr>
          </a:p>
          <a:p>
            <a:endParaRPr lang="en-US" sz="4800" b="1">
              <a:solidFill>
                <a:srgbClr val="7030A0"/>
              </a:solidFill>
            </a:endParaRPr>
          </a:p>
          <a:p>
            <a:r>
              <a:rPr lang="en-US" sz="4800" b="1">
                <a:solidFill>
                  <a:srgbClr val="7030A0"/>
                </a:solidFill>
              </a:rPr>
              <a:t>Dataset</a:t>
            </a:r>
            <a:endParaRPr lang="en-US" sz="4800">
              <a:solidFill>
                <a:srgbClr val="7030A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solidFill>
                  <a:srgbClr val="000000"/>
                </a:solidFill>
              </a:rPr>
              <a:t>2023</a:t>
            </a:r>
            <a:r>
              <a:rPr lang="en-US" sz="4400"/>
              <a:t> Boston Marathon </a:t>
            </a:r>
            <a:r>
              <a:rPr lang="en-US" sz="4400">
                <a:sym typeface="Wingdings" panose="05000000000000000000" pitchFamily="2" charset="2"/>
              </a:rPr>
              <a:t></a:t>
            </a:r>
            <a:r>
              <a:rPr lang="en-US" sz="4400"/>
              <a:t> </a:t>
            </a:r>
            <a:r>
              <a:rPr lang="en-US" sz="4400" u="sng"/>
              <a:t>26,598 runners</a:t>
            </a:r>
            <a:endParaRPr lang="en-US" sz="4400" u="sng"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Key Features: </a:t>
            </a:r>
            <a:r>
              <a:rPr lang="en-US" sz="4400" err="1"/>
              <a:t>age_group</a:t>
            </a:r>
            <a:r>
              <a:rPr lang="en-US" sz="4400"/>
              <a:t>, gender, </a:t>
            </a:r>
            <a:r>
              <a:rPr lang="en-US" sz="4400" err="1"/>
              <a:t>half_time_sec</a:t>
            </a:r>
            <a:endParaRPr lang="en-US" sz="4400"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Target: </a:t>
            </a:r>
            <a:r>
              <a:rPr lang="en-US" sz="4400" err="1"/>
              <a:t>finish_net_sec</a:t>
            </a:r>
            <a:endParaRPr lang="en-US" sz="4400">
              <a:ea typeface="Calibri" panose="020F0502020204030204"/>
              <a:cs typeface="Calibri" panose="020F0502020204030204"/>
            </a:endParaRPr>
          </a:p>
          <a:p>
            <a:endParaRPr lang="en-US" sz="4800" b="1">
              <a:solidFill>
                <a:srgbClr val="7030A0"/>
              </a:solidFill>
            </a:endParaRPr>
          </a:p>
          <a:p>
            <a:r>
              <a:rPr lang="en-US" sz="4800" b="1">
                <a:solidFill>
                  <a:srgbClr val="7030A0"/>
                </a:solidFill>
              </a:rPr>
              <a:t>Models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/>
              <a:t>Linear Regression </a:t>
            </a:r>
            <a:r>
              <a:rPr lang="en-US" sz="4400" b="1">
                <a:sym typeface="Wingdings" panose="05000000000000000000" pitchFamily="2" charset="2"/>
              </a:rPr>
              <a:t></a:t>
            </a:r>
            <a:r>
              <a:rPr lang="en-US" sz="4400" b="1"/>
              <a:t> </a:t>
            </a:r>
            <a:r>
              <a:rPr lang="en-US" sz="4400"/>
              <a:t>baseline model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/>
              <a:t>Neural Network (MLP) </a:t>
            </a:r>
            <a:r>
              <a:rPr lang="en-US" sz="4400" b="1">
                <a:sym typeface="Wingdings" panose="05000000000000000000" pitchFamily="2" charset="2"/>
              </a:rPr>
              <a:t> </a:t>
            </a:r>
            <a:r>
              <a:rPr lang="en-US" sz="4400">
                <a:sym typeface="Wingdings" panose="05000000000000000000" pitchFamily="2" charset="2"/>
              </a:rPr>
              <a:t>captures nonlinear patterns</a:t>
            </a:r>
            <a:endParaRPr lang="en-US" sz="4400">
              <a:ea typeface="Calibri"/>
              <a:cs typeface="Calibri"/>
            </a:endParaRPr>
          </a:p>
          <a:p>
            <a:endParaRPr lang="en-US" sz="44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en-US" sz="4400">
              <a:ea typeface="Calibri" panose="020F0502020204030204"/>
              <a:cs typeface="Calibri" panose="020F0502020204030204"/>
            </a:endParaRPr>
          </a:p>
          <a:p>
            <a:endParaRPr lang="en-US" sz="4200">
              <a:ea typeface="Calibri" panose="020F0502020204030204"/>
              <a:cs typeface="Calibri" panose="020F0502020204030204"/>
            </a:endParaRPr>
          </a:p>
          <a:p>
            <a:endParaRPr lang="en-US" sz="4200"/>
          </a:p>
          <a:p>
            <a:endParaRPr lang="en-US" sz="4200"/>
          </a:p>
          <a:p>
            <a:endParaRPr lang="en-US" sz="4400">
              <a:solidFill>
                <a:srgbClr val="7030A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42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4800" b="1">
              <a:solidFill>
                <a:srgbClr val="7030A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4800" b="1">
              <a:solidFill>
                <a:srgbClr val="7030A0"/>
              </a:solidFill>
            </a:endParaRPr>
          </a:p>
          <a:p>
            <a:endParaRPr lang="en-US" sz="44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22278" y="17220480"/>
            <a:ext cx="127958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/>
              <a:t>Figure 1. Comparison of Linear Regression and Neural Network performance using MAE and RMSE.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783186"/>
              </p:ext>
            </p:extLst>
          </p:nvPr>
        </p:nvGraphicFramePr>
        <p:xfrm>
          <a:off x="889896" y="13725332"/>
          <a:ext cx="13419096" cy="3293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3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5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0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5555">
                <a:tc>
                  <a:txBody>
                    <a:bodyPr/>
                    <a:lstStyle/>
                    <a:p>
                      <a:pPr algn="ctr"/>
                      <a:r>
                        <a:rPr lang="en-US" sz="48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/>
                        <a:t>MAE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baseline="0"/>
                        <a:t>RMSE (min)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3827">
                <a:tc>
                  <a:txBody>
                    <a:bodyPr/>
                    <a:lstStyle/>
                    <a:p>
                      <a:pPr algn="ctr"/>
                      <a:r>
                        <a:rPr lang="en-US" sz="420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4000" b="1"/>
                        <a:t>6.4066</a:t>
                      </a:r>
                      <a:endParaRPr lang="en-US" sz="4000"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4000" b="1"/>
                        <a:t>9.1491</a:t>
                      </a:r>
                      <a:endParaRPr lang="en-US" sz="4000"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3827">
                <a:tc>
                  <a:txBody>
                    <a:bodyPr/>
                    <a:lstStyle/>
                    <a:p>
                      <a:pPr algn="ctr"/>
                      <a:r>
                        <a:rPr lang="en-US" sz="4200"/>
                        <a:t>Neural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4000" b="1"/>
                        <a:t>6.3635</a:t>
                      </a:r>
                      <a:endParaRPr lang="en-US" sz="4000"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4000" b="1"/>
                        <a:t>9.1313</a:t>
                      </a:r>
                      <a:endParaRPr lang="en-US" sz="4000"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" name="Rectangle 39"/>
          <p:cNvSpPr/>
          <p:nvPr/>
        </p:nvSpPr>
        <p:spPr>
          <a:xfrm>
            <a:off x="15418532" y="28169263"/>
            <a:ext cx="12856115" cy="76644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17848727" y="28079679"/>
            <a:ext cx="78445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>
                <a:solidFill>
                  <a:srgbClr val="F8F8F8"/>
                </a:solidFill>
              </a:rPr>
              <a:t>Acknowledgments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631697" y="29122175"/>
            <a:ext cx="12861380" cy="34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SCORE Sports Data Repository – </a:t>
            </a:r>
            <a:r>
              <a:rPr lang="en-US" sz="3600" u="sng">
                <a:hlinkClick r:id="rId3"/>
              </a:rPr>
              <a:t>2023 Boston Marathon runners</a:t>
            </a:r>
            <a:r>
              <a:rPr lang="en-US" sz="3600"/>
              <a:t>. Provides the full dataset of 26,598 runners, including age group, gender, placements, and half/full marathon times, used for all calculations, graphs, and statistical analysis in the project.</a:t>
            </a:r>
            <a:endParaRPr lang="en-US" sz="3600"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MATLAB (MathWorks) for data analysis and model development. </a:t>
            </a:r>
            <a:endParaRPr lang="en-US" sz="3600"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/>
          </a:p>
        </p:txBody>
      </p:sp>
      <p:sp>
        <p:nvSpPr>
          <p:cNvPr id="43" name="Rectangle 42"/>
          <p:cNvSpPr/>
          <p:nvPr/>
        </p:nvSpPr>
        <p:spPr>
          <a:xfrm>
            <a:off x="29824819" y="22098345"/>
            <a:ext cx="12856115" cy="76644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32232635" y="21989083"/>
            <a:ext cx="78445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>
                <a:solidFill>
                  <a:srgbClr val="F8F8F8"/>
                </a:solidFill>
              </a:rPr>
              <a:t>Discussion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879739" y="22960038"/>
            <a:ext cx="12885234" cy="132036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 b="1">
                <a:solidFill>
                  <a:srgbClr val="7030A0"/>
                </a:solidFill>
              </a:rPr>
              <a:t>Key Takeaways</a:t>
            </a:r>
            <a:endParaRPr lang="en-US" sz="4400"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Half-marathon split time is the strongest predictor</a:t>
            </a:r>
            <a:endParaRPr lang="en-US" sz="4400"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Both models achieve high accuracy</a:t>
            </a:r>
            <a:endParaRPr lang="en-US" sz="4400"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Neural network provides slight improvement</a:t>
            </a:r>
            <a:endParaRPr lang="en-US" sz="4400">
              <a:ea typeface="Calibri"/>
              <a:cs typeface="Calibri"/>
            </a:endParaRPr>
          </a:p>
          <a:p>
            <a:pPr marL="571500" indent="-571500">
              <a:buFont typeface="Arial,Sans-Serif" panose="020B0604020202020204" pitchFamily="34" charset="0"/>
              <a:buChar char="•"/>
            </a:pPr>
            <a:r>
              <a:rPr lang="en-US" sz="440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Strong linear relationship enables accurate predictions</a:t>
            </a:r>
          </a:p>
          <a:p>
            <a:pPr marL="571500" indent="-571500">
              <a:buFont typeface="Arial,Sans-Serif" panose="020B0604020202020204" pitchFamily="34" charset="0"/>
              <a:buChar char="•"/>
            </a:pPr>
            <a:r>
              <a:rPr lang="en-US" sz="440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Neural networks capture additional nonlinear patterns</a:t>
            </a:r>
          </a:p>
          <a:p>
            <a:pPr marL="571500" indent="-571500">
              <a:buFont typeface="Arial,Sans-Serif" panose="020B0604020202020204" pitchFamily="34" charset="0"/>
              <a:buChar char="•"/>
            </a:pPr>
            <a:endParaRPr lang="en-US" sz="44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sz="4400" b="1">
                <a:solidFill>
                  <a:srgbClr val="7030A0"/>
                </a:solidFill>
                <a:ea typeface="Calibri" panose="020F0502020204030204"/>
                <a:cs typeface="Calibri" panose="020F0502020204030204"/>
              </a:rPr>
              <a:t>Future Work</a:t>
            </a:r>
            <a:endParaRPr lang="en-US" sz="44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571500" indent="-571500">
              <a:buFont typeface="Arial,Sans-Serif" panose="020B0604020202020204" pitchFamily="34" charset="0"/>
              <a:buChar char="•"/>
            </a:pPr>
            <a:r>
              <a:rPr lang="en-US" sz="440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Hyperparameter tuning</a:t>
            </a:r>
          </a:p>
          <a:p>
            <a:pPr marL="571500" indent="-571500">
              <a:buFont typeface="Arial,Sans-Serif" panose="020B0604020202020204" pitchFamily="34" charset="0"/>
              <a:buChar char="•"/>
            </a:pPr>
            <a:r>
              <a:rPr lang="en-US" sz="440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Cross-validation</a:t>
            </a:r>
          </a:p>
          <a:p>
            <a:pPr marL="571500" indent="-571500">
              <a:buFont typeface="Arial,Sans-Serif" panose="020B0604020202020204" pitchFamily="34" charset="0"/>
              <a:buChar char="•"/>
            </a:pPr>
            <a:r>
              <a:rPr lang="en-US" sz="440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Explore additional ML models</a:t>
            </a:r>
            <a:endParaRPr lang="en-US" sz="440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8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4800" b="1">
              <a:solidFill>
                <a:srgbClr val="7030A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44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44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4800" b="1">
              <a:solidFill>
                <a:srgbClr val="7030A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4800" b="1">
              <a:solidFill>
                <a:srgbClr val="7030A0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E373A6A2-9624-FF92-6F64-2C09FBF8A4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9865" y="1089704"/>
            <a:ext cx="5022915" cy="3139322"/>
          </a:xfrm>
          <a:prstGeom prst="rect">
            <a:avLst/>
          </a:prstGeom>
        </p:spPr>
      </p:pic>
      <p:pic>
        <p:nvPicPr>
          <p:cNvPr id="14" name="Picture 13" descr="Shape&#10;&#10;Description automatically generated with low confidence">
            <a:extLst>
              <a:ext uri="{FF2B5EF4-FFF2-40B4-BE49-F238E27FC236}">
                <a16:creationId xmlns:a16="http://schemas.microsoft.com/office/drawing/2014/main" id="{FC1B9225-F379-FE11-70AF-7352599F65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395" y="1250400"/>
            <a:ext cx="7765405" cy="28941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8B9D9E-64F4-05F0-0C07-12D0A8B09955}"/>
              </a:ext>
            </a:extLst>
          </p:cNvPr>
          <p:cNvSpPr txBox="1"/>
          <p:nvPr/>
        </p:nvSpPr>
        <p:spPr>
          <a:xfrm>
            <a:off x="9120036" y="2274886"/>
            <a:ext cx="1443750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/>
              <a:t>Sanad Sahawneh, Brian Allen, and Mahib Rahman</a:t>
            </a:r>
          </a:p>
          <a:p>
            <a:pPr algn="ctr"/>
            <a:r>
              <a:rPr lang="en-US" sz="5000"/>
              <a:t>College of Nanotechnology, Science, and Engineering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C4459B-068A-5775-3B7A-AAE8A7EF3981}"/>
              </a:ext>
            </a:extLst>
          </p:cNvPr>
          <p:cNvSpPr txBox="1"/>
          <p:nvPr/>
        </p:nvSpPr>
        <p:spPr>
          <a:xfrm>
            <a:off x="22327333" y="2328316"/>
            <a:ext cx="1656273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/>
              <a:t>Dr. Hany </a:t>
            </a:r>
            <a:r>
              <a:rPr lang="en-US" sz="5000" err="1"/>
              <a:t>Elgala</a:t>
            </a:r>
            <a:r>
              <a:rPr lang="en-US" sz="5000"/>
              <a:t> / TA </a:t>
            </a:r>
            <a:r>
              <a:rPr lang="en-US" sz="5000" err="1"/>
              <a:t>Honglan</a:t>
            </a:r>
            <a:r>
              <a:rPr lang="en-US" sz="5000"/>
              <a:t> Chen</a:t>
            </a:r>
          </a:p>
          <a:p>
            <a:pPr algn="ctr"/>
            <a:r>
              <a:rPr lang="en-US" sz="5000"/>
              <a:t>Department of Electrical and Computer Engineering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61DE99-B65B-501C-414F-8FDC5708481B}"/>
              </a:ext>
            </a:extLst>
          </p:cNvPr>
          <p:cNvSpPr/>
          <p:nvPr/>
        </p:nvSpPr>
        <p:spPr>
          <a:xfrm>
            <a:off x="993527" y="25512921"/>
            <a:ext cx="13209907" cy="5056997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B06F01-CC1A-090B-DC92-59A712276A7D}"/>
              </a:ext>
            </a:extLst>
          </p:cNvPr>
          <p:cNvSpPr txBox="1"/>
          <p:nvPr/>
        </p:nvSpPr>
        <p:spPr>
          <a:xfrm>
            <a:off x="2026423" y="30725817"/>
            <a:ext cx="120050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/>
              <a:t>Figure 2. Half-marathon split time vs final finish time showing strong linear correlation.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32EF08-99BE-FB9C-B572-3BB780FB2B83}"/>
              </a:ext>
            </a:extLst>
          </p:cNvPr>
          <p:cNvSpPr/>
          <p:nvPr/>
        </p:nvSpPr>
        <p:spPr>
          <a:xfrm>
            <a:off x="15501271" y="15962725"/>
            <a:ext cx="12856115" cy="76644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8B3F15-9E6A-90E8-8C85-BFED7676672B}"/>
              </a:ext>
            </a:extLst>
          </p:cNvPr>
          <p:cNvSpPr txBox="1"/>
          <p:nvPr/>
        </p:nvSpPr>
        <p:spPr>
          <a:xfrm>
            <a:off x="15862687" y="15909511"/>
            <a:ext cx="120653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>
                <a:solidFill>
                  <a:srgbClr val="F8F8F8"/>
                </a:solidFill>
              </a:rPr>
              <a:t>Model Prediction Visualization</a:t>
            </a:r>
          </a:p>
          <a:p>
            <a:pPr algn="ctr"/>
            <a:endParaRPr lang="en-US" sz="5400" b="1">
              <a:solidFill>
                <a:srgbClr val="F8F8F8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7285FB7-5060-CA1E-902C-C4C4685D30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9" b="38319"/>
          <a:stretch>
            <a:fillRect/>
          </a:stretch>
        </p:blipFill>
        <p:spPr>
          <a:xfrm>
            <a:off x="15357357" y="6618320"/>
            <a:ext cx="13176485" cy="205223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430335E-F26D-7F91-1195-B923F1016F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3" t="8043" r="4645" b="24786"/>
          <a:stretch>
            <a:fillRect/>
          </a:stretch>
        </p:blipFill>
        <p:spPr>
          <a:xfrm>
            <a:off x="8878283" y="26736746"/>
            <a:ext cx="5101468" cy="265799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31646DB-2CA2-75B9-9AD1-FEE65C7D8E6F}"/>
              </a:ext>
            </a:extLst>
          </p:cNvPr>
          <p:cNvSpPr txBox="1"/>
          <p:nvPr/>
        </p:nvSpPr>
        <p:spPr>
          <a:xfrm>
            <a:off x="1373527" y="18867328"/>
            <a:ext cx="12795826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>
                <a:solidFill>
                  <a:srgbClr val="7030A0"/>
                </a:solidFill>
              </a:rPr>
              <a:t>Observations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Neural network slightly outperforms linear regression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Both models perform similarly</a:t>
            </a:r>
          </a:p>
          <a:p>
            <a:endParaRPr lang="en-US" sz="4400"/>
          </a:p>
          <a:p>
            <a:r>
              <a:rPr lang="en-US" sz="4800" b="1">
                <a:solidFill>
                  <a:srgbClr val="7030A0"/>
                </a:solidFill>
              </a:rPr>
              <a:t>Feature Relationship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Half-marathon split time shows a strong linear relationship with finish time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Half-marathon split is the dominant predictor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B874C8-B0EE-9463-FA8D-B6C22E0F6117}"/>
              </a:ext>
            </a:extLst>
          </p:cNvPr>
          <p:cNvSpPr/>
          <p:nvPr/>
        </p:nvSpPr>
        <p:spPr>
          <a:xfrm>
            <a:off x="15275200" y="16820517"/>
            <a:ext cx="13358318" cy="5375882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9ACC73-EFDC-94DB-F127-14CFF472CB16}"/>
              </a:ext>
            </a:extLst>
          </p:cNvPr>
          <p:cNvSpPr txBox="1"/>
          <p:nvPr/>
        </p:nvSpPr>
        <p:spPr>
          <a:xfrm>
            <a:off x="15739091" y="8738381"/>
            <a:ext cx="131764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/>
              <a:t>Figure 3. Machine learning pipeline from data processing to final results.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ED36755-3DB3-182C-BCA7-310B9809FB41}"/>
              </a:ext>
            </a:extLst>
          </p:cNvPr>
          <p:cNvSpPr/>
          <p:nvPr/>
        </p:nvSpPr>
        <p:spPr>
          <a:xfrm>
            <a:off x="29879739" y="5756407"/>
            <a:ext cx="12856115" cy="76644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23D5F0-299A-DD8F-85DA-89CC72AD18D8}"/>
              </a:ext>
            </a:extLst>
          </p:cNvPr>
          <p:cNvSpPr txBox="1"/>
          <p:nvPr/>
        </p:nvSpPr>
        <p:spPr>
          <a:xfrm>
            <a:off x="30122238" y="5645687"/>
            <a:ext cx="120653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>
                <a:solidFill>
                  <a:srgbClr val="F8F8F8"/>
                </a:solidFill>
              </a:rPr>
              <a:t>Decision-Based Extension</a:t>
            </a:r>
          </a:p>
          <a:p>
            <a:pPr algn="ctr"/>
            <a:endParaRPr lang="en-US" sz="5400" b="1">
              <a:solidFill>
                <a:srgbClr val="F8F8F8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F58054-38FA-5C10-B1B9-610FF572E020}"/>
              </a:ext>
            </a:extLst>
          </p:cNvPr>
          <p:cNvSpPr txBox="1"/>
          <p:nvPr/>
        </p:nvSpPr>
        <p:spPr>
          <a:xfrm>
            <a:off x="29879739" y="6880518"/>
            <a:ext cx="12931926" cy="156042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Convert prediction → Over/Under decision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Thresholds: 180, 240, 300 minutes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Accuracy: ~94–97%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Simulates how models can evaluate and calibrate decision thresholds</a:t>
            </a:r>
          </a:p>
          <a:p>
            <a:endParaRPr lang="en-US" sz="4400"/>
          </a:p>
          <a:p>
            <a:endParaRPr lang="en-US" sz="4400"/>
          </a:p>
          <a:p>
            <a:endParaRPr lang="en-US" sz="4400"/>
          </a:p>
          <a:p>
            <a:endParaRPr lang="en-US" sz="4400"/>
          </a:p>
          <a:p>
            <a:endParaRPr lang="en-US" sz="4400"/>
          </a:p>
          <a:p>
            <a:endParaRPr lang="en-US" sz="4400"/>
          </a:p>
          <a:p>
            <a:endParaRPr lang="en-US" sz="4400"/>
          </a:p>
          <a:p>
            <a:endParaRPr lang="en-US" sz="4400"/>
          </a:p>
          <a:p>
            <a:endParaRPr lang="en-US" sz="4400"/>
          </a:p>
          <a:p>
            <a:endParaRPr lang="en-US" sz="4400"/>
          </a:p>
          <a:p>
            <a:endParaRPr lang="en-US" sz="4400"/>
          </a:p>
          <a:p>
            <a:endParaRPr lang="en-US" sz="4400"/>
          </a:p>
          <a:p>
            <a:endParaRPr lang="en-US" sz="4400"/>
          </a:p>
          <a:p>
            <a:endParaRPr lang="en-US" sz="4400"/>
          </a:p>
          <a:p>
            <a:endParaRPr lang="en-US" sz="44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This framework converts regression predictions into actionable decision outcomes.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41882CA-AE2F-4395-94F1-2D8931D6E4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00907" y="10540848"/>
            <a:ext cx="12503937" cy="823183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0235F17E-FE14-0621-924C-94E5F525898E}"/>
              </a:ext>
            </a:extLst>
          </p:cNvPr>
          <p:cNvSpPr txBox="1"/>
          <p:nvPr/>
        </p:nvSpPr>
        <p:spPr>
          <a:xfrm>
            <a:off x="29757460" y="18920094"/>
            <a:ext cx="131764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/>
              <a:t>Figure 5. Over/under prediction accuracy across different time thresholds.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97CCAC9A-F53E-580B-0617-A55B5C5839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11759" y="17220480"/>
            <a:ext cx="6516009" cy="42439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490DBA47-8BF5-D5FD-8B1F-A5E77881D7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83403" y="17220480"/>
            <a:ext cx="6450439" cy="42453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22FB3D50-B053-C7F6-5DB4-30782830A7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6210" y="25640559"/>
            <a:ext cx="7434665" cy="484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14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030A0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2a62a1-688d-4eef-a5ff-f48dc6810390">
      <Terms xmlns="http://schemas.microsoft.com/office/infopath/2007/PartnerControls"/>
    </lcf76f155ced4ddcb4097134ff3c332f>
    <TaxCatchAll xmlns="43311834-68c0-48e8-b8f1-7cfe371563c1" xsi:nil="true"/>
    <SharedWithUsers xmlns="43311834-68c0-48e8-b8f1-7cfe371563c1">
      <UserInfo>
        <DisplayName>Pulijala, Bharath Chandra</DisplayName>
        <AccountId>362</AccountId>
        <AccountType/>
      </UserInfo>
      <UserInfo>
        <DisplayName>Colvell, Matt T</DisplayName>
        <AccountId>364</AccountId>
        <AccountType/>
      </UserInfo>
      <UserInfo>
        <DisplayName>Odiadi, Nicole A</DisplayName>
        <AccountId>372</AccountId>
        <AccountType/>
      </UserInfo>
      <UserInfo>
        <DisplayName>Chilelli, Alessandro</DisplayName>
        <AccountId>400</AccountId>
        <AccountType/>
      </UserInfo>
      <UserInfo>
        <DisplayName>Freeman, Destiny</DisplayName>
        <AccountId>428</AccountId>
        <AccountType/>
      </UserInfo>
      <UserInfo>
        <DisplayName>Cambry- Perry, Naya I</DisplayName>
        <AccountId>429</AccountId>
        <AccountType/>
      </UserInfo>
      <UserInfo>
        <DisplayName>Afolabi, Saleem</DisplayName>
        <AccountId>432</AccountId>
        <AccountType/>
      </UserInfo>
      <UserInfo>
        <DisplayName>Thomas, Ralph</DisplayName>
        <AccountId>452</AccountId>
        <AccountType/>
      </UserInfo>
      <UserInfo>
        <DisplayName>Iocca, Ryan C</DisplayName>
        <AccountId>505</AccountId>
        <AccountType/>
      </UserInfo>
      <UserInfo>
        <DisplayName>Kiszka, David P</DisplayName>
        <AccountId>349</AccountId>
        <AccountType/>
      </UserInfo>
      <UserInfo>
        <DisplayName>Philo, Jaelin A</DisplayName>
        <AccountId>375</AccountId>
        <AccountType/>
      </UserInfo>
      <UserInfo>
        <DisplayName>Neri, Frank J</DisplayName>
        <AccountId>655</AccountId>
        <AccountType/>
      </UserInfo>
    </SharedWithUsers>
    <Uploaded xmlns="e32a62a1-688d-4eef-a5ff-f48dc6810390">true</Uploaded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0148CE03E12C4A97B128A60B4E5ABD" ma:contentTypeVersion="15" ma:contentTypeDescription="Create a new document." ma:contentTypeScope="" ma:versionID="281956ca766578aa89fa9a9bb539b4e7">
  <xsd:schema xmlns:xsd="http://www.w3.org/2001/XMLSchema" xmlns:xs="http://www.w3.org/2001/XMLSchema" xmlns:p="http://schemas.microsoft.com/office/2006/metadata/properties" xmlns:ns2="e32a62a1-688d-4eef-a5ff-f48dc6810390" xmlns:ns3="43311834-68c0-48e8-b8f1-7cfe371563c1" targetNamespace="http://schemas.microsoft.com/office/2006/metadata/properties" ma:root="true" ma:fieldsID="92b8f0b43d03bd6ca55643023c8a6d1e" ns2:_="" ns3:_="">
    <xsd:import namespace="e32a62a1-688d-4eef-a5ff-f48dc6810390"/>
    <xsd:import namespace="43311834-68c0-48e8-b8f1-7cfe371563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LengthInSeconds" minOccurs="0"/>
                <xsd:element ref="ns2:Upload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2a62a1-688d-4eef-a5ff-f48dc68103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a2171c7-2f68-48d5-939d-db62c42d5d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Uploaded" ma:index="22" nillable="true" ma:displayName="Uploaded" ma:default="1" ma:format="Dropdown" ma:internalName="Uploade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311834-68c0-48e8-b8f1-7cfe371563c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3f555c2-4107-4e40-913d-87f924c8a7fd}" ma:internalName="TaxCatchAll" ma:showField="CatchAllData" ma:web="43311834-68c0-48e8-b8f1-7cfe371563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63D63C-2CDF-45E8-86FC-0EBBC3696EEB}">
  <ds:schemaRefs>
    <ds:schemaRef ds:uri="43311834-68c0-48e8-b8f1-7cfe371563c1"/>
    <ds:schemaRef ds:uri="e32a62a1-688d-4eef-a5ff-f48dc6810390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1830F5C-5AC1-4B35-A75F-46EBEBEAB90E}">
  <ds:schemaRefs>
    <ds:schemaRef ds:uri="43311834-68c0-48e8-b8f1-7cfe371563c1"/>
    <ds:schemaRef ds:uri="e32a62a1-688d-4eef-a5ff-f48dc68103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4A2FEF6-7ABC-474D-BDC6-916EE9C340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University at Albany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Vitrano, Deana M</dc:creator>
  <cp:revision>1</cp:revision>
  <cp:lastPrinted>2019-11-19T17:54:50Z</cp:lastPrinted>
  <dcterms:created xsi:type="dcterms:W3CDTF">2019-11-12T16:19:56Z</dcterms:created>
  <dcterms:modified xsi:type="dcterms:W3CDTF">2026-04-13T13:33:47Z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0x010100AE0148CE03E12C4A97B128A60B4E5ABD</vt:lpwstr>
  </property>
  <property fmtid="{D5CDD505-2E9C-101B-9397-08002B2CF9AE}" pid="3" name="MediaServiceImageTags">
    <vt:lpwstr/>
  </property>
</Properties>
</file>